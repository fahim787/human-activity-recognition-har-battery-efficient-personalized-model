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7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8.xml" ContentType="application/vnd.openxmlformats-officedocument.theme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9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10.xml" ContentType="application/vnd.openxmlformats-officedocument.theme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theme/theme11.xml" ContentType="application/vnd.openxmlformats-officedocument.theme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87" r:id="rId3"/>
    <p:sldMasterId id="2147483702" r:id="rId4"/>
    <p:sldMasterId id="2147483715" r:id="rId5"/>
    <p:sldMasterId id="2147483729" r:id="rId6"/>
    <p:sldMasterId id="2147483744" r:id="rId7"/>
    <p:sldMasterId id="2147483757" r:id="rId8"/>
    <p:sldMasterId id="2147483771" r:id="rId9"/>
    <p:sldMasterId id="2147483786" r:id="rId10"/>
    <p:sldMasterId id="2147483799" r:id="rId11"/>
    <p:sldMasterId id="2147483813" r:id="rId12"/>
  </p:sldMasterIdLst>
  <p:notesMasterIdLst>
    <p:notesMasterId r:id="rId27"/>
  </p:notesMasterIdLst>
  <p:sldIdLst>
    <p:sldId id="277" r:id="rId13"/>
    <p:sldId id="412" r:id="rId14"/>
    <p:sldId id="413" r:id="rId15"/>
    <p:sldId id="414" r:id="rId16"/>
    <p:sldId id="415" r:id="rId17"/>
    <p:sldId id="416" r:id="rId18"/>
    <p:sldId id="417" r:id="rId19"/>
    <p:sldId id="418" r:id="rId20"/>
    <p:sldId id="419" r:id="rId21"/>
    <p:sldId id="420" r:id="rId22"/>
    <p:sldId id="421" r:id="rId23"/>
    <p:sldId id="422" r:id="rId24"/>
    <p:sldId id="423" r:id="rId25"/>
    <p:sldId id="42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4041D7-1725-42EE-8959-A5455043015F}" v="60" dt="2025-11-18T04:48:23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974" autoAdjust="0"/>
  </p:normalViewPr>
  <p:slideViewPr>
    <p:cSldViewPr snapToGrid="0" snapToObjects="1">
      <p:cViewPr>
        <p:scale>
          <a:sx n="66" d="100"/>
          <a:sy n="66" d="100"/>
        </p:scale>
        <p:origin x="1301" y="1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rman Riek kok" userId="d3d3571da4467720" providerId="LiveId" clId="{9654616C-3D34-41E5-857C-286A2FFCA856}"/>
    <pc:docChg chg="undo custSel addSld delSld modSld sldOrd">
      <pc:chgData name="Pharman Riek kok" userId="d3d3571da4467720" providerId="LiveId" clId="{9654616C-3D34-41E5-857C-286A2FFCA856}" dt="2025-11-18T04:48:52.809" v="301" actId="47"/>
      <pc:docMkLst>
        <pc:docMk/>
      </pc:docMkLst>
      <pc:sldChg chg="addSp modSp del mod">
        <pc:chgData name="Pharman Riek kok" userId="d3d3571da4467720" providerId="LiveId" clId="{9654616C-3D34-41E5-857C-286A2FFCA856}" dt="2025-11-18T03:54:38.629" v="61" actId="47"/>
        <pc:sldMkLst>
          <pc:docMk/>
          <pc:sldMk cId="0" sldId="258"/>
        </pc:sldMkLst>
        <pc:spChg chg="mod">
          <ac:chgData name="Pharman Riek kok" userId="d3d3571da4467720" providerId="LiveId" clId="{9654616C-3D34-41E5-857C-286A2FFCA856}" dt="2025-11-18T03:53:13.843" v="52" actId="164"/>
          <ac:spMkLst>
            <pc:docMk/>
            <pc:sldMk cId="0" sldId="258"/>
            <ac:spMk id="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46:58.277" v="12" actId="164"/>
          <ac:spMkLst>
            <pc:docMk/>
            <pc:sldMk cId="0" sldId="258"/>
            <ac:spMk id="4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27.979" v="36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46:58.277" v="12" actId="164"/>
          <ac:spMkLst>
            <pc:docMk/>
            <pc:sldMk cId="0" sldId="258"/>
            <ac:spMk id="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46:58.277" v="12" actId="164"/>
          <ac:spMkLst>
            <pc:docMk/>
            <pc:sldMk cId="0" sldId="258"/>
            <ac:spMk id="8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46:58.277" v="12" actId="164"/>
          <ac:spMkLst>
            <pc:docMk/>
            <pc:sldMk cId="0" sldId="258"/>
            <ac:spMk id="10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46:58.277" v="12" actId="164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46:58.277" v="12" actId="164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46:58.277" v="12" actId="164"/>
          <ac:spMkLst>
            <pc:docMk/>
            <pc:sldMk cId="0" sldId="258"/>
            <ac:spMk id="14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03.710" v="33" actId="164"/>
          <ac:spMkLst>
            <pc:docMk/>
            <pc:sldMk cId="0" sldId="258"/>
            <ac:spMk id="1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03.710" v="33" actId="164"/>
          <ac:spMkLst>
            <pc:docMk/>
            <pc:sldMk cId="0" sldId="258"/>
            <ac:spMk id="1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03.710" v="33" actId="164"/>
          <ac:spMkLst>
            <pc:docMk/>
            <pc:sldMk cId="0" sldId="258"/>
            <ac:spMk id="17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03.710" v="33" actId="164"/>
          <ac:spMkLst>
            <pc:docMk/>
            <pc:sldMk cId="0" sldId="258"/>
            <ac:spMk id="19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03.710" v="33" actId="164"/>
          <ac:spMkLst>
            <pc:docMk/>
            <pc:sldMk cId="0" sldId="258"/>
            <ac:spMk id="20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03.710" v="33" actId="164"/>
          <ac:spMkLst>
            <pc:docMk/>
            <pc:sldMk cId="0" sldId="258"/>
            <ac:spMk id="2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03.710" v="33" actId="164"/>
          <ac:spMkLst>
            <pc:docMk/>
            <pc:sldMk cId="0" sldId="258"/>
            <ac:spMk id="22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03.710" v="33" actId="164"/>
          <ac:spMkLst>
            <pc:docMk/>
            <pc:sldMk cId="0" sldId="258"/>
            <ac:spMk id="2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03.710" v="33" actId="164"/>
          <ac:spMkLst>
            <pc:docMk/>
            <pc:sldMk cId="0" sldId="258"/>
            <ac:spMk id="24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03.710" v="33" actId="164"/>
          <ac:spMkLst>
            <pc:docMk/>
            <pc:sldMk cId="0" sldId="258"/>
            <ac:spMk id="2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51.281" v="38" actId="164"/>
          <ac:spMkLst>
            <pc:docMk/>
            <pc:sldMk cId="0" sldId="258"/>
            <ac:spMk id="2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1:55.153" v="44" actId="14100"/>
          <ac:spMkLst>
            <pc:docMk/>
            <pc:sldMk cId="0" sldId="258"/>
            <ac:spMk id="27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51.281" v="38" actId="164"/>
          <ac:spMkLst>
            <pc:docMk/>
            <pc:sldMk cId="0" sldId="258"/>
            <ac:spMk id="28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51.281" v="38" actId="164"/>
          <ac:spMkLst>
            <pc:docMk/>
            <pc:sldMk cId="0" sldId="258"/>
            <ac:spMk id="30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0:51.281" v="38" actId="164"/>
          <ac:spMkLst>
            <pc:docMk/>
            <pc:sldMk cId="0" sldId="258"/>
            <ac:spMk id="3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1:25.235" v="40" actId="164"/>
          <ac:spMkLst>
            <pc:docMk/>
            <pc:sldMk cId="0" sldId="258"/>
            <ac:spMk id="32" creationId="{00000000-0000-0000-0000-000000000000}"/>
          </ac:spMkLst>
        </pc:spChg>
        <pc:grpChg chg="add mod">
          <ac:chgData name="Pharman Riek kok" userId="d3d3571da4467720" providerId="LiveId" clId="{9654616C-3D34-41E5-857C-286A2FFCA856}" dt="2025-11-18T03:53:13.843" v="52" actId="164"/>
          <ac:grpSpMkLst>
            <pc:docMk/>
            <pc:sldMk cId="0" sldId="258"/>
            <ac:grpSpMk id="2" creationId="{29CDCC0E-AC62-4086-CA99-37703120BF48}"/>
          </ac:grpSpMkLst>
        </pc:grpChg>
        <pc:grpChg chg="mod">
          <ac:chgData name="Pharman Riek kok" userId="d3d3571da4467720" providerId="LiveId" clId="{9654616C-3D34-41E5-857C-286A2FFCA856}" dt="2025-11-18T03:53:13.843" v="52" actId="164"/>
          <ac:grpSpMkLst>
            <pc:docMk/>
            <pc:sldMk cId="0" sldId="258"/>
            <ac:grpSpMk id="33" creationId="{4E83B7F4-16ED-32E6-9332-412233C977D2}"/>
          </ac:grpSpMkLst>
        </pc:grpChg>
        <pc:grpChg chg="add mod">
          <ac:chgData name="Pharman Riek kok" userId="d3d3571da4467720" providerId="LiveId" clId="{9654616C-3D34-41E5-857C-286A2FFCA856}" dt="2025-11-18T03:51:25.235" v="40" actId="164"/>
          <ac:grpSpMkLst>
            <pc:docMk/>
            <pc:sldMk cId="0" sldId="258"/>
            <ac:grpSpMk id="34" creationId="{75F01293-0A96-9110-1BD9-F3E94500A88F}"/>
          </ac:grpSpMkLst>
        </pc:grpChg>
        <pc:grpChg chg="add mod">
          <ac:chgData name="Pharman Riek kok" userId="d3d3571da4467720" providerId="LiveId" clId="{9654616C-3D34-41E5-857C-286A2FFCA856}" dt="2025-11-18T03:53:13.843" v="52" actId="164"/>
          <ac:grpSpMkLst>
            <pc:docMk/>
            <pc:sldMk cId="0" sldId="258"/>
            <ac:grpSpMk id="35" creationId="{7C5B0456-EB31-8424-0729-E9C967B89F73}"/>
          </ac:grpSpMkLst>
        </pc:grpChg>
        <pc:grpChg chg="add mod">
          <ac:chgData name="Pharman Riek kok" userId="d3d3571da4467720" providerId="LiveId" clId="{9654616C-3D34-41E5-857C-286A2FFCA856}" dt="2025-11-18T03:53:13.843" v="52" actId="164"/>
          <ac:grpSpMkLst>
            <pc:docMk/>
            <pc:sldMk cId="0" sldId="258"/>
            <ac:grpSpMk id="36" creationId="{9306E40F-6E15-CA44-0A48-9EDE1A34133D}"/>
          </ac:grpSpMkLst>
        </pc:grpChg>
        <pc:picChg chg="mod">
          <ac:chgData name="Pharman Riek kok" userId="d3d3571da4467720" providerId="LiveId" clId="{9654616C-3D34-41E5-857C-286A2FFCA856}" dt="2025-11-18T03:46:58.277" v="12" actId="164"/>
          <ac:picMkLst>
            <pc:docMk/>
            <pc:sldMk cId="0" sldId="258"/>
            <ac:picMk id="7" creationId="{00000000-0000-0000-0000-000000000000}"/>
          </ac:picMkLst>
        </pc:picChg>
        <pc:picChg chg="mod">
          <ac:chgData name="Pharman Riek kok" userId="d3d3571da4467720" providerId="LiveId" clId="{9654616C-3D34-41E5-857C-286A2FFCA856}" dt="2025-11-18T03:48:00.020" v="16" actId="1076"/>
          <ac:picMkLst>
            <pc:docMk/>
            <pc:sldMk cId="0" sldId="258"/>
            <ac:picMk id="18" creationId="{00000000-0000-0000-0000-000000000000}"/>
          </ac:picMkLst>
        </pc:picChg>
        <pc:picChg chg="mod">
          <ac:chgData name="Pharman Riek kok" userId="d3d3571da4467720" providerId="LiveId" clId="{9654616C-3D34-41E5-857C-286A2FFCA856}" dt="2025-11-18T03:50:51.281" v="38" actId="164"/>
          <ac:picMkLst>
            <pc:docMk/>
            <pc:sldMk cId="0" sldId="258"/>
            <ac:picMk id="29" creationId="{00000000-0000-0000-0000-000000000000}"/>
          </ac:picMkLst>
        </pc:picChg>
      </pc:sldChg>
      <pc:sldChg chg="addSp modSp del">
        <pc:chgData name="Pharman Riek kok" userId="d3d3571da4467720" providerId="LiveId" clId="{9654616C-3D34-41E5-857C-286A2FFCA856}" dt="2025-11-18T03:55:46.225" v="70" actId="47"/>
        <pc:sldMkLst>
          <pc:docMk/>
          <pc:sldMk cId="0" sldId="259"/>
        </pc:sldMkLst>
        <pc:spChg chg="mod">
          <ac:chgData name="Pharman Riek kok" userId="d3d3571da4467720" providerId="LiveId" clId="{9654616C-3D34-41E5-857C-286A2FFCA856}" dt="2025-11-18T03:54:58.662" v="64" actId="164"/>
          <ac:spMkLst>
            <pc:docMk/>
            <pc:sldMk cId="0" sldId="259"/>
            <ac:spMk id="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4:58.662" v="64" actId="164"/>
          <ac:spMkLst>
            <pc:docMk/>
            <pc:sldMk cId="0" sldId="259"/>
            <ac:spMk id="2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4:58.662" v="64" actId="164"/>
          <ac:spMkLst>
            <pc:docMk/>
            <pc:sldMk cId="0" sldId="259"/>
            <ac:spMk id="3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4:58.662" v="64" actId="164"/>
          <ac:spMkLst>
            <pc:docMk/>
            <pc:sldMk cId="0" sldId="259"/>
            <ac:spMk id="32" creationId="{00000000-0000-0000-0000-000000000000}"/>
          </ac:spMkLst>
        </pc:spChg>
        <pc:grpChg chg="add mod">
          <ac:chgData name="Pharman Riek kok" userId="d3d3571da4467720" providerId="LiveId" clId="{9654616C-3D34-41E5-857C-286A2FFCA856}" dt="2025-11-18T03:54:58.662" v="64" actId="164"/>
          <ac:grpSpMkLst>
            <pc:docMk/>
            <pc:sldMk cId="0" sldId="259"/>
            <ac:grpSpMk id="2" creationId="{82B2770B-6611-9F0F-75FB-ED9FF4A01649}"/>
          </ac:grpSpMkLst>
        </pc:grpChg>
        <pc:grpChg chg="mod">
          <ac:chgData name="Pharman Riek kok" userId="d3d3571da4467720" providerId="LiveId" clId="{9654616C-3D34-41E5-857C-286A2FFCA856}" dt="2025-11-18T03:54:58.662" v="64" actId="164"/>
          <ac:grpSpMkLst>
            <pc:docMk/>
            <pc:sldMk cId="0" sldId="259"/>
            <ac:grpSpMk id="36" creationId="{42EEBCA7-DF4B-8413-813A-7323B2A6FB2F}"/>
          </ac:grpSpMkLst>
        </pc:grpChg>
      </pc:sldChg>
      <pc:sldChg chg="addSp delSp modSp del mod">
        <pc:chgData name="Pharman Riek kok" userId="d3d3571da4467720" providerId="LiveId" clId="{9654616C-3D34-41E5-857C-286A2FFCA856}" dt="2025-11-18T04:10:35.674" v="133" actId="47"/>
        <pc:sldMkLst>
          <pc:docMk/>
          <pc:sldMk cId="0" sldId="260"/>
        </pc:sldMkLst>
        <pc:spChg chg="mod">
          <ac:chgData name="Pharman Riek kok" userId="d3d3571da4467720" providerId="LiveId" clId="{9654616C-3D34-41E5-857C-286A2FFCA856}" dt="2025-11-18T03:57:16.300" v="78" actId="164"/>
          <ac:spMkLst>
            <pc:docMk/>
            <pc:sldMk cId="0" sldId="260"/>
            <ac:spMk id="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2:40.775" v="100" actId="1076"/>
          <ac:spMkLst>
            <pc:docMk/>
            <pc:sldMk cId="0" sldId="260"/>
            <ac:spMk id="6" creationId="{00000000-0000-0000-0000-000000000000}"/>
          </ac:spMkLst>
        </pc:spChg>
        <pc:spChg chg="del mod">
          <ac:chgData name="Pharman Riek kok" userId="d3d3571da4467720" providerId="LiveId" clId="{9654616C-3D34-41E5-857C-286A2FFCA856}" dt="2025-11-18T03:59:28.454" v="82" actId="47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1:12.224" v="93" actId="1410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5:32.791" v="105" actId="164"/>
          <ac:spMkLst>
            <pc:docMk/>
            <pc:sldMk cId="0" sldId="260"/>
            <ac:spMk id="18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5:32.791" v="105" actId="164"/>
          <ac:spMkLst>
            <pc:docMk/>
            <pc:sldMk cId="0" sldId="260"/>
            <ac:spMk id="19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5:32.791" v="105" actId="164"/>
          <ac:spMkLst>
            <pc:docMk/>
            <pc:sldMk cId="0" sldId="260"/>
            <ac:spMk id="2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5:32.791" v="105" actId="164"/>
          <ac:spMkLst>
            <pc:docMk/>
            <pc:sldMk cId="0" sldId="260"/>
            <ac:spMk id="22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5:32.791" v="105" actId="164"/>
          <ac:spMkLst>
            <pc:docMk/>
            <pc:sldMk cId="0" sldId="260"/>
            <ac:spMk id="24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5:32.791" v="105" actId="164"/>
          <ac:spMkLst>
            <pc:docMk/>
            <pc:sldMk cId="0" sldId="260"/>
            <ac:spMk id="2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5:32.791" v="105" actId="164"/>
          <ac:spMkLst>
            <pc:docMk/>
            <pc:sldMk cId="0" sldId="260"/>
            <ac:spMk id="27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5:32.791" v="105" actId="164"/>
          <ac:spMkLst>
            <pc:docMk/>
            <pc:sldMk cId="0" sldId="260"/>
            <ac:spMk id="28" creationId="{00000000-0000-0000-0000-000000000000}"/>
          </ac:spMkLst>
        </pc:spChg>
        <pc:spChg chg="add del mod">
          <ac:chgData name="Pharman Riek kok" userId="d3d3571da4467720" providerId="LiveId" clId="{9654616C-3D34-41E5-857C-286A2FFCA856}" dt="2025-11-18T04:03:46.454" v="103" actId="21"/>
          <ac:spMkLst>
            <pc:docMk/>
            <pc:sldMk cId="0" sldId="260"/>
            <ac:spMk id="34" creationId="{4F4E84A5-5D1B-ECFC-DB33-851D8657923A}"/>
          </ac:spMkLst>
        </pc:spChg>
        <pc:spChg chg="mod">
          <ac:chgData name="Pharman Riek kok" userId="d3d3571da4467720" providerId="LiveId" clId="{9654616C-3D34-41E5-857C-286A2FFCA856}" dt="2025-11-18T04:02:28.067" v="98" actId="14100"/>
          <ac:spMkLst>
            <pc:docMk/>
            <pc:sldMk cId="0" sldId="260"/>
            <ac:spMk id="40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2:32.545" v="99" actId="1076"/>
          <ac:spMkLst>
            <pc:docMk/>
            <pc:sldMk cId="0" sldId="260"/>
            <ac:spMk id="41" creationId="{00000000-0000-0000-0000-000000000000}"/>
          </ac:spMkLst>
        </pc:spChg>
        <pc:grpChg chg="add mod">
          <ac:chgData name="Pharman Riek kok" userId="d3d3571da4467720" providerId="LiveId" clId="{9654616C-3D34-41E5-857C-286A2FFCA856}" dt="2025-11-18T03:57:16.300" v="78" actId="164"/>
          <ac:grpSpMkLst>
            <pc:docMk/>
            <pc:sldMk cId="0" sldId="260"/>
            <ac:grpSpMk id="2" creationId="{E51BE486-BD28-11FE-16E1-23AF81641987}"/>
          </ac:grpSpMkLst>
        </pc:grpChg>
        <pc:grpChg chg="add del mod">
          <ac:chgData name="Pharman Riek kok" userId="d3d3571da4467720" providerId="LiveId" clId="{9654616C-3D34-41E5-857C-286A2FFCA856}" dt="2025-11-18T04:05:32.791" v="105" actId="164"/>
          <ac:grpSpMkLst>
            <pc:docMk/>
            <pc:sldMk cId="0" sldId="260"/>
            <ac:grpSpMk id="16" creationId="{FC7154E3-94F6-49DD-6E0B-F8C9588D5EB9}"/>
          </ac:grpSpMkLst>
        </pc:grpChg>
        <pc:grpChg chg="add mod">
          <ac:chgData name="Pharman Riek kok" userId="d3d3571da4467720" providerId="LiveId" clId="{9654616C-3D34-41E5-857C-286A2FFCA856}" dt="2025-11-18T04:05:32.791" v="105" actId="164"/>
          <ac:grpSpMkLst>
            <pc:docMk/>
            <pc:sldMk cId="0" sldId="260"/>
            <ac:grpSpMk id="37" creationId="{EA773D45-4899-D3A3-7791-08290FFEB85A}"/>
          </ac:grpSpMkLst>
        </pc:grpChg>
        <pc:grpChg chg="mod">
          <ac:chgData name="Pharman Riek kok" userId="d3d3571da4467720" providerId="LiveId" clId="{9654616C-3D34-41E5-857C-286A2FFCA856}" dt="2025-11-18T03:57:10.689" v="77" actId="164"/>
          <ac:grpSpMkLst>
            <pc:docMk/>
            <pc:sldMk cId="0" sldId="260"/>
            <ac:grpSpMk id="47" creationId="{0AA76B8F-7DC1-67E0-E84B-019484C8AE7B}"/>
          </ac:grpSpMkLst>
        </pc:grpChg>
        <pc:grpChg chg="mod">
          <ac:chgData name="Pharman Riek kok" userId="d3d3571da4467720" providerId="LiveId" clId="{9654616C-3D34-41E5-857C-286A2FFCA856}" dt="2025-11-18T03:57:10.689" v="77" actId="164"/>
          <ac:grpSpMkLst>
            <pc:docMk/>
            <pc:sldMk cId="0" sldId="260"/>
            <ac:grpSpMk id="48" creationId="{70CF7506-E493-1788-9D07-511F8780C6E7}"/>
          </ac:grpSpMkLst>
        </pc:grpChg>
        <pc:picChg chg="mod">
          <ac:chgData name="Pharman Riek kok" userId="d3d3571da4467720" providerId="LiveId" clId="{9654616C-3D34-41E5-857C-286A2FFCA856}" dt="2025-11-18T03:55:57.864" v="71" actId="1076"/>
          <ac:picMkLst>
            <pc:docMk/>
            <pc:sldMk cId="0" sldId="260"/>
            <ac:picMk id="7" creationId="{00000000-0000-0000-0000-000000000000}"/>
          </ac:picMkLst>
        </pc:picChg>
      </pc:sldChg>
      <pc:sldChg chg="addSp delSp modSp del mod">
        <pc:chgData name="Pharman Riek kok" userId="d3d3571da4467720" providerId="LiveId" clId="{9654616C-3D34-41E5-857C-286A2FFCA856}" dt="2025-11-18T04:12:38.259" v="146" actId="47"/>
        <pc:sldMkLst>
          <pc:docMk/>
          <pc:sldMk cId="0" sldId="261"/>
        </pc:sldMkLst>
        <pc:spChg chg="mod">
          <ac:chgData name="Pharman Riek kok" userId="d3d3571da4467720" providerId="LiveId" clId="{9654616C-3D34-41E5-857C-286A2FFCA856}" dt="2025-11-18T04:10:22.080" v="132" actId="164"/>
          <ac:spMkLst>
            <pc:docMk/>
            <pc:sldMk cId="0" sldId="261"/>
            <ac:spMk id="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8:23.843" v="120" actId="164"/>
          <ac:spMkLst>
            <pc:docMk/>
            <pc:sldMk cId="0" sldId="261"/>
            <ac:spMk id="4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1.362" v="141" actId="164"/>
          <ac:spMkLst>
            <pc:docMk/>
            <pc:sldMk cId="0" sldId="261"/>
            <ac:spMk id="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1.362" v="141" actId="164"/>
          <ac:spMkLst>
            <pc:docMk/>
            <pc:sldMk cId="0" sldId="261"/>
            <ac:spMk id="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8:38.817" v="123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1.362" v="141" actId="164"/>
          <ac:spMkLst>
            <pc:docMk/>
            <pc:sldMk cId="0" sldId="261"/>
            <ac:spMk id="9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9:39.838" v="125" actId="16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9:39.838" v="125" actId="164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1.362" v="141" actId="164"/>
          <ac:spMkLst>
            <pc:docMk/>
            <pc:sldMk cId="0" sldId="261"/>
            <ac:spMk id="1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8.618" v="142" actId="164"/>
          <ac:spMkLst>
            <pc:docMk/>
            <pc:sldMk cId="0" sldId="261"/>
            <ac:spMk id="1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8.618" v="142" actId="164"/>
          <ac:spMkLst>
            <pc:docMk/>
            <pc:sldMk cId="0" sldId="261"/>
            <ac:spMk id="1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8.618" v="142" actId="164"/>
          <ac:spMkLst>
            <pc:docMk/>
            <pc:sldMk cId="0" sldId="261"/>
            <ac:spMk id="19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8.618" v="142" actId="164"/>
          <ac:spMkLst>
            <pc:docMk/>
            <pc:sldMk cId="0" sldId="261"/>
            <ac:spMk id="20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9:39.838" v="125" actId="164"/>
          <ac:spMkLst>
            <pc:docMk/>
            <pc:sldMk cId="0" sldId="261"/>
            <ac:spMk id="2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9:39.838" v="125" actId="164"/>
          <ac:spMkLst>
            <pc:docMk/>
            <pc:sldMk cId="0" sldId="261"/>
            <ac:spMk id="2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1.362" v="141" actId="164"/>
          <ac:spMkLst>
            <pc:docMk/>
            <pc:sldMk cId="0" sldId="261"/>
            <ac:spMk id="2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1.362" v="141" actId="164"/>
          <ac:spMkLst>
            <pc:docMk/>
            <pc:sldMk cId="0" sldId="261"/>
            <ac:spMk id="27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9:39.838" v="125" actId="164"/>
          <ac:spMkLst>
            <pc:docMk/>
            <pc:sldMk cId="0" sldId="261"/>
            <ac:spMk id="28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1.362" v="141" actId="164"/>
          <ac:spMkLst>
            <pc:docMk/>
            <pc:sldMk cId="0" sldId="261"/>
            <ac:spMk id="3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1.362" v="141" actId="164"/>
          <ac:spMkLst>
            <pc:docMk/>
            <pc:sldMk cId="0" sldId="261"/>
            <ac:spMk id="3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9:39.838" v="125" actId="164"/>
          <ac:spMkLst>
            <pc:docMk/>
            <pc:sldMk cId="0" sldId="261"/>
            <ac:spMk id="3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9:56.437" v="128" actId="164"/>
          <ac:spMkLst>
            <pc:docMk/>
            <pc:sldMk cId="0" sldId="261"/>
            <ac:spMk id="37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1.362" v="141" actId="164"/>
          <ac:spMkLst>
            <pc:docMk/>
            <pc:sldMk cId="0" sldId="261"/>
            <ac:spMk id="38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9:56.437" v="128" actId="164"/>
          <ac:spMkLst>
            <pc:docMk/>
            <pc:sldMk cId="0" sldId="261"/>
            <ac:spMk id="39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09:56.437" v="128" actId="164"/>
          <ac:spMkLst>
            <pc:docMk/>
            <pc:sldMk cId="0" sldId="261"/>
            <ac:spMk id="4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0:22.080" v="132" actId="164"/>
          <ac:spMkLst>
            <pc:docMk/>
            <pc:sldMk cId="0" sldId="261"/>
            <ac:spMk id="42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11:51.362" v="141" actId="164"/>
          <ac:spMkLst>
            <pc:docMk/>
            <pc:sldMk cId="0" sldId="261"/>
            <ac:spMk id="43" creationId="{00000000-0000-0000-0000-000000000000}"/>
          </ac:spMkLst>
        </pc:spChg>
        <pc:grpChg chg="add mod">
          <ac:chgData name="Pharman Riek kok" userId="d3d3571da4467720" providerId="LiveId" clId="{9654616C-3D34-41E5-857C-286A2FFCA856}" dt="2025-11-18T04:10:22.080" v="132" actId="164"/>
          <ac:grpSpMkLst>
            <pc:docMk/>
            <pc:sldMk cId="0" sldId="261"/>
            <ac:grpSpMk id="2" creationId="{8912984C-D2D6-E0CF-0688-A48A4A301546}"/>
          </ac:grpSpMkLst>
        </pc:grpChg>
        <pc:grpChg chg="mod">
          <ac:chgData name="Pharman Riek kok" userId="d3d3571da4467720" providerId="LiveId" clId="{9654616C-3D34-41E5-857C-286A2FFCA856}" dt="2025-11-18T04:10:22.080" v="132" actId="164"/>
          <ac:grpSpMkLst>
            <pc:docMk/>
            <pc:sldMk cId="0" sldId="261"/>
            <ac:grpSpMk id="40" creationId="{2B88FF7A-272B-5B0F-3621-4198283D873D}"/>
          </ac:grpSpMkLst>
        </pc:grpChg>
        <pc:grpChg chg="add mod">
          <ac:chgData name="Pharman Riek kok" userId="d3d3571da4467720" providerId="LiveId" clId="{9654616C-3D34-41E5-857C-286A2FFCA856}" dt="2025-11-18T04:10:22.080" v="132" actId="164"/>
          <ac:grpSpMkLst>
            <pc:docMk/>
            <pc:sldMk cId="0" sldId="261"/>
            <ac:grpSpMk id="44" creationId="{12A4A775-8A22-D451-E147-4C57C7A31EDD}"/>
          </ac:grpSpMkLst>
        </pc:grpChg>
        <pc:grpChg chg="add del mod">
          <ac:chgData name="Pharman Riek kok" userId="d3d3571da4467720" providerId="LiveId" clId="{9654616C-3D34-41E5-857C-286A2FFCA856}" dt="2025-11-18T04:12:28.614" v="145" actId="478"/>
          <ac:grpSpMkLst>
            <pc:docMk/>
            <pc:sldMk cId="0" sldId="261"/>
            <ac:grpSpMk id="45" creationId="{0C8ADE4D-449B-5A94-A458-22CF88F87F90}"/>
          </ac:grpSpMkLst>
        </pc:grpChg>
        <pc:grpChg chg="add mod">
          <ac:chgData name="Pharman Riek kok" userId="d3d3571da4467720" providerId="LiveId" clId="{9654616C-3D34-41E5-857C-286A2FFCA856}" dt="2025-11-18T04:11:48.730" v="140" actId="14100"/>
          <ac:grpSpMkLst>
            <pc:docMk/>
            <pc:sldMk cId="0" sldId="261"/>
            <ac:grpSpMk id="46" creationId="{EECB5D94-E39C-4BF3-5888-641C62DF6035}"/>
          </ac:grpSpMkLst>
        </pc:grpChg>
        <pc:grpChg chg="add mod">
          <ac:chgData name="Pharman Riek kok" userId="d3d3571da4467720" providerId="LiveId" clId="{9654616C-3D34-41E5-857C-286A2FFCA856}" dt="2025-11-18T04:11:58.618" v="142" actId="164"/>
          <ac:grpSpMkLst>
            <pc:docMk/>
            <pc:sldMk cId="0" sldId="261"/>
            <ac:grpSpMk id="47" creationId="{330284C9-AF74-DAB8-DAC5-B8616F92841B}"/>
          </ac:grpSpMkLst>
        </pc:grpChg>
        <pc:picChg chg="mod">
          <ac:chgData name="Pharman Riek kok" userId="d3d3571da4467720" providerId="LiveId" clId="{9654616C-3D34-41E5-857C-286A2FFCA856}" dt="2025-11-18T04:08:23.843" v="120" actId="164"/>
          <ac:picMkLst>
            <pc:docMk/>
            <pc:sldMk cId="0" sldId="261"/>
            <ac:picMk id="7" creationId="{00000000-0000-0000-0000-000000000000}"/>
          </ac:picMkLst>
        </pc:picChg>
        <pc:picChg chg="mod">
          <ac:chgData name="Pharman Riek kok" userId="d3d3571da4467720" providerId="LiveId" clId="{9654616C-3D34-41E5-857C-286A2FFCA856}" dt="2025-11-18T04:11:58.618" v="142" actId="164"/>
          <ac:picMkLst>
            <pc:docMk/>
            <pc:sldMk cId="0" sldId="261"/>
            <ac:picMk id="12" creationId="{00000000-0000-0000-0000-000000000000}"/>
          </ac:picMkLst>
        </pc:picChg>
      </pc:sldChg>
      <pc:sldChg chg="addSp modSp del">
        <pc:chgData name="Pharman Riek kok" userId="d3d3571da4467720" providerId="LiveId" clId="{9654616C-3D34-41E5-857C-286A2FFCA856}" dt="2025-11-18T04:28:05.558" v="192" actId="47"/>
        <pc:sldMkLst>
          <pc:docMk/>
          <pc:sldMk cId="0" sldId="262"/>
        </pc:sldMkLst>
        <pc:spChg chg="mod">
          <ac:chgData name="Pharman Riek kok" userId="d3d3571da4467720" providerId="LiveId" clId="{9654616C-3D34-41E5-857C-286A2FFCA856}" dt="2025-11-18T04:27:18.811" v="188" actId="164"/>
          <ac:spMkLst>
            <pc:docMk/>
            <pc:sldMk cId="0" sldId="262"/>
            <ac:spMk id="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27:18.811" v="188" actId="164"/>
          <ac:spMkLst>
            <pc:docMk/>
            <pc:sldMk cId="0" sldId="262"/>
            <ac:spMk id="49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27:18.811" v="188" actId="164"/>
          <ac:spMkLst>
            <pc:docMk/>
            <pc:sldMk cId="0" sldId="262"/>
            <ac:spMk id="50" creationId="{00000000-0000-0000-0000-000000000000}"/>
          </ac:spMkLst>
        </pc:spChg>
        <pc:grpChg chg="add mod">
          <ac:chgData name="Pharman Riek kok" userId="d3d3571da4467720" providerId="LiveId" clId="{9654616C-3D34-41E5-857C-286A2FFCA856}" dt="2025-11-18T04:27:18.811" v="188" actId="164"/>
          <ac:grpSpMkLst>
            <pc:docMk/>
            <pc:sldMk cId="0" sldId="262"/>
            <ac:grpSpMk id="2" creationId="{03C3F4DA-6DCA-4879-78AE-A430D524DD2B}"/>
          </ac:grpSpMkLst>
        </pc:grpChg>
        <pc:grpChg chg="mod">
          <ac:chgData name="Pharman Riek kok" userId="d3d3571da4467720" providerId="LiveId" clId="{9654616C-3D34-41E5-857C-286A2FFCA856}" dt="2025-11-18T04:27:18.811" v="188" actId="164"/>
          <ac:grpSpMkLst>
            <pc:docMk/>
            <pc:sldMk cId="0" sldId="262"/>
            <ac:grpSpMk id="55" creationId="{BD23D913-7271-AB79-F1C7-5B00F8832481}"/>
          </ac:grpSpMkLst>
        </pc:grpChg>
        <pc:grpChg chg="mod">
          <ac:chgData name="Pharman Riek kok" userId="d3d3571da4467720" providerId="LiveId" clId="{9654616C-3D34-41E5-857C-286A2FFCA856}" dt="2025-11-18T04:27:18.811" v="188" actId="164"/>
          <ac:grpSpMkLst>
            <pc:docMk/>
            <pc:sldMk cId="0" sldId="262"/>
            <ac:grpSpMk id="56" creationId="{57320B9B-720B-844A-A9FE-A498793FEBA5}"/>
          </ac:grpSpMkLst>
        </pc:grpChg>
      </pc:sldChg>
      <pc:sldChg chg="addSp modSp del">
        <pc:chgData name="Pharman Riek kok" userId="d3d3571da4467720" providerId="LiveId" clId="{9654616C-3D34-41E5-857C-286A2FFCA856}" dt="2025-11-18T04:31:06.548" v="206" actId="47"/>
        <pc:sldMkLst>
          <pc:docMk/>
          <pc:sldMk cId="0" sldId="263"/>
        </pc:sldMkLst>
        <pc:spChg chg="mod">
          <ac:chgData name="Pharman Riek kok" userId="d3d3571da4467720" providerId="LiveId" clId="{9654616C-3D34-41E5-857C-286A2FFCA856}" dt="2025-11-18T04:29:35.607" v="198" actId="164"/>
          <ac:spMkLst>
            <pc:docMk/>
            <pc:sldMk cId="0" sldId="263"/>
            <ac:spMk id="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29:35.607" v="198" actId="164"/>
          <ac:spMkLst>
            <pc:docMk/>
            <pc:sldMk cId="0" sldId="263"/>
            <ac:spMk id="42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29:35.607" v="198" actId="164"/>
          <ac:spMkLst>
            <pc:docMk/>
            <pc:sldMk cId="0" sldId="263"/>
            <ac:spMk id="43" creationId="{00000000-0000-0000-0000-000000000000}"/>
          </ac:spMkLst>
        </pc:spChg>
        <pc:grpChg chg="add mod">
          <ac:chgData name="Pharman Riek kok" userId="d3d3571da4467720" providerId="LiveId" clId="{9654616C-3D34-41E5-857C-286A2FFCA856}" dt="2025-11-18T04:29:35.607" v="198" actId="164"/>
          <ac:grpSpMkLst>
            <pc:docMk/>
            <pc:sldMk cId="0" sldId="263"/>
            <ac:grpSpMk id="2" creationId="{836ACA62-3071-2383-17C6-91A83C900518}"/>
          </ac:grpSpMkLst>
        </pc:grpChg>
        <pc:grpChg chg="mod">
          <ac:chgData name="Pharman Riek kok" userId="d3d3571da4467720" providerId="LiveId" clId="{9654616C-3D34-41E5-857C-286A2FFCA856}" dt="2025-11-18T04:29:35.607" v="198" actId="164"/>
          <ac:grpSpMkLst>
            <pc:docMk/>
            <pc:sldMk cId="0" sldId="263"/>
            <ac:grpSpMk id="48" creationId="{6DE7D06C-150E-58E1-0F2B-7E06EE6F95A4}"/>
          </ac:grpSpMkLst>
        </pc:grpChg>
        <pc:grpChg chg="mod">
          <ac:chgData name="Pharman Riek kok" userId="d3d3571da4467720" providerId="LiveId" clId="{9654616C-3D34-41E5-857C-286A2FFCA856}" dt="2025-11-18T04:29:35.607" v="198" actId="164"/>
          <ac:grpSpMkLst>
            <pc:docMk/>
            <pc:sldMk cId="0" sldId="263"/>
            <ac:grpSpMk id="50" creationId="{BA71EDA0-D031-B4D9-0DBD-49BB6003B1CE}"/>
          </ac:grpSpMkLst>
        </pc:grpChg>
        <pc:grpChg chg="mod">
          <ac:chgData name="Pharman Riek kok" userId="d3d3571da4467720" providerId="LiveId" clId="{9654616C-3D34-41E5-857C-286A2FFCA856}" dt="2025-11-18T04:29:35.607" v="198" actId="164"/>
          <ac:grpSpMkLst>
            <pc:docMk/>
            <pc:sldMk cId="0" sldId="263"/>
            <ac:grpSpMk id="51" creationId="{8F7FB20A-BD0F-19CD-5E0E-56624AE11CB5}"/>
          </ac:grpSpMkLst>
        </pc:grpChg>
      </pc:sldChg>
      <pc:sldChg chg="addSp modSp del">
        <pc:chgData name="Pharman Riek kok" userId="d3d3571da4467720" providerId="LiveId" clId="{9654616C-3D34-41E5-857C-286A2FFCA856}" dt="2025-11-18T04:34:45.398" v="224" actId="47"/>
        <pc:sldMkLst>
          <pc:docMk/>
          <pc:sldMk cId="0" sldId="264"/>
        </pc:sldMkLst>
        <pc:spChg chg="mod">
          <ac:chgData name="Pharman Riek kok" userId="d3d3571da4467720" providerId="LiveId" clId="{9654616C-3D34-41E5-857C-286A2FFCA856}" dt="2025-11-18T04:31:28.470" v="208" actId="164"/>
          <ac:spMkLst>
            <pc:docMk/>
            <pc:sldMk cId="0" sldId="264"/>
            <ac:spMk id="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1:28.470" v="208" actId="164"/>
          <ac:spMkLst>
            <pc:docMk/>
            <pc:sldMk cId="0" sldId="264"/>
            <ac:spMk id="39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1:28.470" v="208" actId="164"/>
          <ac:spMkLst>
            <pc:docMk/>
            <pc:sldMk cId="0" sldId="264"/>
            <ac:spMk id="40" creationId="{00000000-0000-0000-0000-000000000000}"/>
          </ac:spMkLst>
        </pc:spChg>
        <pc:grpChg chg="add mod">
          <ac:chgData name="Pharman Riek kok" userId="d3d3571da4467720" providerId="LiveId" clId="{9654616C-3D34-41E5-857C-286A2FFCA856}" dt="2025-11-18T04:31:28.470" v="208" actId="164"/>
          <ac:grpSpMkLst>
            <pc:docMk/>
            <pc:sldMk cId="0" sldId="264"/>
            <ac:grpSpMk id="2" creationId="{4A5686D8-1A04-2D0C-0CDC-D9B8045D7C92}"/>
          </ac:grpSpMkLst>
        </pc:grpChg>
        <pc:grpChg chg="mod">
          <ac:chgData name="Pharman Riek kok" userId="d3d3571da4467720" providerId="LiveId" clId="{9654616C-3D34-41E5-857C-286A2FFCA856}" dt="2025-11-18T04:31:28.470" v="208" actId="164"/>
          <ac:grpSpMkLst>
            <pc:docMk/>
            <pc:sldMk cId="0" sldId="264"/>
            <ac:grpSpMk id="44" creationId="{EE716BBC-B601-30A1-9805-789883D82B1E}"/>
          </ac:grpSpMkLst>
        </pc:grpChg>
        <pc:grpChg chg="mod">
          <ac:chgData name="Pharman Riek kok" userId="d3d3571da4467720" providerId="LiveId" clId="{9654616C-3D34-41E5-857C-286A2FFCA856}" dt="2025-11-18T04:31:28.470" v="208" actId="164"/>
          <ac:grpSpMkLst>
            <pc:docMk/>
            <pc:sldMk cId="0" sldId="264"/>
            <ac:grpSpMk id="45" creationId="{668A368D-3230-703D-8648-66607893D7C1}"/>
          </ac:grpSpMkLst>
        </pc:grpChg>
      </pc:sldChg>
      <pc:sldChg chg="addSp modSp del">
        <pc:chgData name="Pharman Riek kok" userId="d3d3571da4467720" providerId="LiveId" clId="{9654616C-3D34-41E5-857C-286A2FFCA856}" dt="2025-11-18T04:36:46.213" v="233" actId="47"/>
        <pc:sldMkLst>
          <pc:docMk/>
          <pc:sldMk cId="0" sldId="265"/>
        </pc:sldMkLst>
        <pc:spChg chg="mod">
          <ac:chgData name="Pharman Riek kok" userId="d3d3571da4467720" providerId="LiveId" clId="{9654616C-3D34-41E5-857C-286A2FFCA856}" dt="2025-11-18T04:35:06.007" v="226" actId="164"/>
          <ac:spMkLst>
            <pc:docMk/>
            <pc:sldMk cId="0" sldId="265"/>
            <ac:spMk id="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5:06.007" v="226" actId="164"/>
          <ac:spMkLst>
            <pc:docMk/>
            <pc:sldMk cId="0" sldId="265"/>
            <ac:spMk id="5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5:06.007" v="226" actId="164"/>
          <ac:spMkLst>
            <pc:docMk/>
            <pc:sldMk cId="0" sldId="265"/>
            <ac:spMk id="52" creationId="{00000000-0000-0000-0000-000000000000}"/>
          </ac:spMkLst>
        </pc:spChg>
        <pc:grpChg chg="add mod">
          <ac:chgData name="Pharman Riek kok" userId="d3d3571da4467720" providerId="LiveId" clId="{9654616C-3D34-41E5-857C-286A2FFCA856}" dt="2025-11-18T04:35:06.007" v="226" actId="164"/>
          <ac:grpSpMkLst>
            <pc:docMk/>
            <pc:sldMk cId="0" sldId="265"/>
            <ac:grpSpMk id="2" creationId="{C7D993AE-538B-1A2F-6B5C-68DA2784FBAD}"/>
          </ac:grpSpMkLst>
        </pc:grpChg>
        <pc:grpChg chg="mod">
          <ac:chgData name="Pharman Riek kok" userId="d3d3571da4467720" providerId="LiveId" clId="{9654616C-3D34-41E5-857C-286A2FFCA856}" dt="2025-11-18T04:35:06.007" v="226" actId="164"/>
          <ac:grpSpMkLst>
            <pc:docMk/>
            <pc:sldMk cId="0" sldId="265"/>
            <ac:grpSpMk id="56" creationId="{69D3509F-F261-8676-9928-9DCCE50F9218}"/>
          </ac:grpSpMkLst>
        </pc:grpChg>
        <pc:grpChg chg="mod">
          <ac:chgData name="Pharman Riek kok" userId="d3d3571da4467720" providerId="LiveId" clId="{9654616C-3D34-41E5-857C-286A2FFCA856}" dt="2025-11-18T04:35:06.007" v="226" actId="164"/>
          <ac:grpSpMkLst>
            <pc:docMk/>
            <pc:sldMk cId="0" sldId="265"/>
            <ac:grpSpMk id="58" creationId="{31D9559F-B121-94CC-DF16-2AB949E08667}"/>
          </ac:grpSpMkLst>
        </pc:grpChg>
      </pc:sldChg>
      <pc:sldChg chg="addSp modSp del mod">
        <pc:chgData name="Pharman Riek kok" userId="d3d3571da4467720" providerId="LiveId" clId="{9654616C-3D34-41E5-857C-286A2FFCA856}" dt="2025-11-18T04:40:36.380" v="248" actId="47"/>
        <pc:sldMkLst>
          <pc:docMk/>
          <pc:sldMk cId="0" sldId="266"/>
        </pc:sldMkLst>
        <pc:spChg chg="mod">
          <ac:chgData name="Pharman Riek kok" userId="d3d3571da4467720" providerId="LiveId" clId="{9654616C-3D34-41E5-857C-286A2FFCA856}" dt="2025-11-18T04:37:18.769" v="236" actId="164"/>
          <ac:spMkLst>
            <pc:docMk/>
            <pc:sldMk cId="0" sldId="266"/>
            <ac:spMk id="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9:01.842" v="242" actId="164"/>
          <ac:spMkLst>
            <pc:docMk/>
            <pc:sldMk cId="0" sldId="266"/>
            <ac:spMk id="4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9:01.842" v="242" actId="164"/>
          <ac:spMkLst>
            <pc:docMk/>
            <pc:sldMk cId="0" sldId="266"/>
            <ac:spMk id="8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9:01.842" v="242" actId="164"/>
          <ac:spMkLst>
            <pc:docMk/>
            <pc:sldMk cId="0" sldId="266"/>
            <ac:spMk id="9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9:01.842" v="242" actId="164"/>
          <ac:spMkLst>
            <pc:docMk/>
            <pc:sldMk cId="0" sldId="266"/>
            <ac:spMk id="1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9:01.842" v="242" actId="164"/>
          <ac:spMkLst>
            <pc:docMk/>
            <pc:sldMk cId="0" sldId="266"/>
            <ac:spMk id="19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9:01.842" v="242" actId="164"/>
          <ac:spMkLst>
            <pc:docMk/>
            <pc:sldMk cId="0" sldId="266"/>
            <ac:spMk id="2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9:01.842" v="242" actId="164"/>
          <ac:spMkLst>
            <pc:docMk/>
            <pc:sldMk cId="0" sldId="266"/>
            <ac:spMk id="2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9:01.842" v="242" actId="164"/>
          <ac:spMkLst>
            <pc:docMk/>
            <pc:sldMk cId="0" sldId="266"/>
            <ac:spMk id="28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9:01.842" v="242" actId="164"/>
          <ac:spMkLst>
            <pc:docMk/>
            <pc:sldMk cId="0" sldId="266"/>
            <ac:spMk id="30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8:44.384" v="241" actId="164"/>
          <ac:spMkLst>
            <pc:docMk/>
            <pc:sldMk cId="0" sldId="266"/>
            <ac:spMk id="3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7:49.530" v="238" actId="164"/>
          <ac:spMkLst>
            <pc:docMk/>
            <pc:sldMk cId="0" sldId="266"/>
            <ac:spMk id="40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7:49.530" v="238" actId="164"/>
          <ac:spMkLst>
            <pc:docMk/>
            <pc:sldMk cId="0" sldId="266"/>
            <ac:spMk id="4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8:44.384" v="241" actId="164"/>
          <ac:spMkLst>
            <pc:docMk/>
            <pc:sldMk cId="0" sldId="266"/>
            <ac:spMk id="48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7:49.530" v="238" actId="164"/>
          <ac:spMkLst>
            <pc:docMk/>
            <pc:sldMk cId="0" sldId="266"/>
            <ac:spMk id="49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8:44.384" v="241" actId="164"/>
          <ac:spMkLst>
            <pc:docMk/>
            <pc:sldMk cId="0" sldId="266"/>
            <ac:spMk id="5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8:44.384" v="241" actId="164"/>
          <ac:spMkLst>
            <pc:docMk/>
            <pc:sldMk cId="0" sldId="266"/>
            <ac:spMk id="5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7:49.530" v="238" actId="164"/>
          <ac:spMkLst>
            <pc:docMk/>
            <pc:sldMk cId="0" sldId="266"/>
            <ac:spMk id="5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7:18.769" v="236" actId="164"/>
          <ac:spMkLst>
            <pc:docMk/>
            <pc:sldMk cId="0" sldId="266"/>
            <ac:spMk id="57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9:01.842" v="242" actId="164"/>
          <ac:spMkLst>
            <pc:docMk/>
            <pc:sldMk cId="0" sldId="266"/>
            <ac:spMk id="58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39:07.886" v="244" actId="571"/>
          <ac:spMkLst>
            <pc:docMk/>
            <pc:sldMk cId="0" sldId="266"/>
            <ac:spMk id="63" creationId="{49B60C72-FB65-184E-3FCC-AF67E13CC309}"/>
          </ac:spMkLst>
        </pc:spChg>
        <pc:spChg chg="mod">
          <ac:chgData name="Pharman Riek kok" userId="d3d3571da4467720" providerId="LiveId" clId="{9654616C-3D34-41E5-857C-286A2FFCA856}" dt="2025-11-18T04:39:07.886" v="244" actId="571"/>
          <ac:spMkLst>
            <pc:docMk/>
            <pc:sldMk cId="0" sldId="266"/>
            <ac:spMk id="71" creationId="{ECC236ED-A6A8-B08B-995B-EFCD96168D74}"/>
          </ac:spMkLst>
        </pc:spChg>
        <pc:spChg chg="mod">
          <ac:chgData name="Pharman Riek kok" userId="d3d3571da4467720" providerId="LiveId" clId="{9654616C-3D34-41E5-857C-286A2FFCA856}" dt="2025-11-18T04:39:07.886" v="244" actId="571"/>
          <ac:spMkLst>
            <pc:docMk/>
            <pc:sldMk cId="0" sldId="266"/>
            <ac:spMk id="78" creationId="{335D862C-794A-DCDE-4E86-C080F3F20101}"/>
          </ac:spMkLst>
        </pc:spChg>
        <pc:spChg chg="mod">
          <ac:chgData name="Pharman Riek kok" userId="d3d3571da4467720" providerId="LiveId" clId="{9654616C-3D34-41E5-857C-286A2FFCA856}" dt="2025-11-18T04:39:07.886" v="244" actId="571"/>
          <ac:spMkLst>
            <pc:docMk/>
            <pc:sldMk cId="0" sldId="266"/>
            <ac:spMk id="82" creationId="{A407E891-34B0-38E5-3569-8BE04FFB1B1B}"/>
          </ac:spMkLst>
        </pc:spChg>
        <pc:spChg chg="mod">
          <ac:chgData name="Pharman Riek kok" userId="d3d3571da4467720" providerId="LiveId" clId="{9654616C-3D34-41E5-857C-286A2FFCA856}" dt="2025-11-18T04:39:07.886" v="244" actId="571"/>
          <ac:spMkLst>
            <pc:docMk/>
            <pc:sldMk cId="0" sldId="266"/>
            <ac:spMk id="84" creationId="{6E782000-60A6-C774-185A-1AD59F033366}"/>
          </ac:spMkLst>
        </pc:spChg>
        <pc:spChg chg="mod">
          <ac:chgData name="Pharman Riek kok" userId="d3d3571da4467720" providerId="LiveId" clId="{9654616C-3D34-41E5-857C-286A2FFCA856}" dt="2025-11-18T04:39:07.886" v="244" actId="571"/>
          <ac:spMkLst>
            <pc:docMk/>
            <pc:sldMk cId="0" sldId="266"/>
            <ac:spMk id="91" creationId="{9443010C-6DB2-89F1-490F-DF3B77BBD9FA}"/>
          </ac:spMkLst>
        </pc:spChg>
        <pc:spChg chg="mod">
          <ac:chgData name="Pharman Riek kok" userId="d3d3571da4467720" providerId="LiveId" clId="{9654616C-3D34-41E5-857C-286A2FFCA856}" dt="2025-11-18T04:39:07.886" v="244" actId="571"/>
          <ac:spMkLst>
            <pc:docMk/>
            <pc:sldMk cId="0" sldId="266"/>
            <ac:spMk id="97" creationId="{812F2302-F5CB-B012-28EF-7EEAF92A3C7E}"/>
          </ac:spMkLst>
        </pc:spChg>
        <pc:spChg chg="mod">
          <ac:chgData name="Pharman Riek kok" userId="d3d3571da4467720" providerId="LiveId" clId="{9654616C-3D34-41E5-857C-286A2FFCA856}" dt="2025-11-18T04:39:07.886" v="244" actId="571"/>
          <ac:spMkLst>
            <pc:docMk/>
            <pc:sldMk cId="0" sldId="266"/>
            <ac:spMk id="100" creationId="{04B10982-2F15-709F-0539-086CBA57DC3B}"/>
          </ac:spMkLst>
        </pc:spChg>
        <pc:spChg chg="mod">
          <ac:chgData name="Pharman Riek kok" userId="d3d3571da4467720" providerId="LiveId" clId="{9654616C-3D34-41E5-857C-286A2FFCA856}" dt="2025-11-18T04:39:07.886" v="244" actId="571"/>
          <ac:spMkLst>
            <pc:docMk/>
            <pc:sldMk cId="0" sldId="266"/>
            <ac:spMk id="107" creationId="{873DE712-81E0-F02D-A669-183FA48D2345}"/>
          </ac:spMkLst>
        </pc:spChg>
        <pc:spChg chg="mod">
          <ac:chgData name="Pharman Riek kok" userId="d3d3571da4467720" providerId="LiveId" clId="{9654616C-3D34-41E5-857C-286A2FFCA856}" dt="2025-11-18T04:39:07.886" v="244" actId="571"/>
          <ac:spMkLst>
            <pc:docMk/>
            <pc:sldMk cId="0" sldId="266"/>
            <ac:spMk id="108" creationId="{AA4CA9EF-99CD-5DC6-0A72-CFBF032C9AF3}"/>
          </ac:spMkLst>
        </pc:spChg>
        <pc:grpChg chg="add mod">
          <ac:chgData name="Pharman Riek kok" userId="d3d3571da4467720" providerId="LiveId" clId="{9654616C-3D34-41E5-857C-286A2FFCA856}" dt="2025-11-18T04:37:18.769" v="236" actId="164"/>
          <ac:grpSpMkLst>
            <pc:docMk/>
            <pc:sldMk cId="0" sldId="266"/>
            <ac:grpSpMk id="2" creationId="{947BA731-8B28-BCD8-1791-F3FF3B3029D5}"/>
          </ac:grpSpMkLst>
        </pc:grpChg>
        <pc:grpChg chg="mod">
          <ac:chgData name="Pharman Riek kok" userId="d3d3571da4467720" providerId="LiveId" clId="{9654616C-3D34-41E5-857C-286A2FFCA856}" dt="2025-11-18T04:37:18.769" v="236" actId="164"/>
          <ac:grpSpMkLst>
            <pc:docMk/>
            <pc:sldMk cId="0" sldId="266"/>
            <ac:grpSpMk id="64" creationId="{4EB1DD9E-184F-D8EB-8ECE-89786A5A2271}"/>
          </ac:grpSpMkLst>
        </pc:grpChg>
        <pc:grpChg chg="mod">
          <ac:chgData name="Pharman Riek kok" userId="d3d3571da4467720" providerId="LiveId" clId="{9654616C-3D34-41E5-857C-286A2FFCA856}" dt="2025-11-18T04:37:18.769" v="236" actId="164"/>
          <ac:grpSpMkLst>
            <pc:docMk/>
            <pc:sldMk cId="0" sldId="266"/>
            <ac:grpSpMk id="65" creationId="{71DCBF3A-7BF0-4D74-8433-B347AEC34B09}"/>
          </ac:grpSpMkLst>
        </pc:grpChg>
      </pc:sldChg>
      <pc:sldChg chg="addSp delSp modSp del mod">
        <pc:chgData name="Pharman Riek kok" userId="d3d3571da4467720" providerId="LiveId" clId="{9654616C-3D34-41E5-857C-286A2FFCA856}" dt="2025-11-18T04:46:11.072" v="285" actId="47"/>
        <pc:sldMkLst>
          <pc:docMk/>
          <pc:sldMk cId="0" sldId="267"/>
        </pc:sldMkLst>
        <pc:spChg chg="add del mod">
          <ac:chgData name="Pharman Riek kok" userId="d3d3571da4467720" providerId="LiveId" clId="{9654616C-3D34-41E5-857C-286A2FFCA856}" dt="2025-11-18T04:45:25.669" v="280" actId="478"/>
          <ac:spMkLst>
            <pc:docMk/>
            <pc:sldMk cId="0" sldId="267"/>
            <ac:spMk id="2" creationId="{A285FD24-037B-312D-35B5-569C3D63C459}"/>
          </ac:spMkLst>
        </pc:spChg>
        <pc:spChg chg="mod">
          <ac:chgData name="Pharman Riek kok" userId="d3d3571da4467720" providerId="LiveId" clId="{9654616C-3D34-41E5-857C-286A2FFCA856}" dt="2025-11-18T04:44:51.958" v="277" actId="164"/>
          <ac:spMkLst>
            <pc:docMk/>
            <pc:sldMk cId="0" sldId="267"/>
            <ac:spMk id="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1:00.716" v="250" actId="107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1:04.188" v="251" actId="1076"/>
          <ac:spMkLst>
            <pc:docMk/>
            <pc:sldMk cId="0" sldId="267"/>
            <ac:spMk id="2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1:08.053" v="252" actId="1076"/>
          <ac:spMkLst>
            <pc:docMk/>
            <pc:sldMk cId="0" sldId="267"/>
            <ac:spMk id="2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1:12.414" v="253" actId="1076"/>
          <ac:spMkLst>
            <pc:docMk/>
            <pc:sldMk cId="0" sldId="267"/>
            <ac:spMk id="27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1:19.231" v="254" actId="1076"/>
          <ac:spMkLst>
            <pc:docMk/>
            <pc:sldMk cId="0" sldId="267"/>
            <ac:spMk id="29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1:22.702" v="255" actId="1076"/>
          <ac:spMkLst>
            <pc:docMk/>
            <pc:sldMk cId="0" sldId="267"/>
            <ac:spMk id="32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1:27.899" v="256" actId="1076"/>
          <ac:spMkLst>
            <pc:docMk/>
            <pc:sldMk cId="0" sldId="267"/>
            <ac:spMk id="34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2:34.371" v="265" actId="1076"/>
          <ac:spMkLst>
            <pc:docMk/>
            <pc:sldMk cId="0" sldId="267"/>
            <ac:spMk id="5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2:28.792" v="264" actId="1076"/>
          <ac:spMkLst>
            <pc:docMk/>
            <pc:sldMk cId="0" sldId="267"/>
            <ac:spMk id="54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2:22.886" v="263" actId="1076"/>
          <ac:spMkLst>
            <pc:docMk/>
            <pc:sldMk cId="0" sldId="267"/>
            <ac:spMk id="5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2:14.643" v="262" actId="1076"/>
          <ac:spMkLst>
            <pc:docMk/>
            <pc:sldMk cId="0" sldId="267"/>
            <ac:spMk id="58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2:04.707" v="261" actId="1076"/>
          <ac:spMkLst>
            <pc:docMk/>
            <pc:sldMk cId="0" sldId="267"/>
            <ac:spMk id="60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1:52.452" v="260" actId="1076"/>
          <ac:spMkLst>
            <pc:docMk/>
            <pc:sldMk cId="0" sldId="267"/>
            <ac:spMk id="6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1:47.308" v="259" actId="1076"/>
          <ac:spMkLst>
            <pc:docMk/>
            <pc:sldMk cId="0" sldId="267"/>
            <ac:spMk id="6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3:09.088" v="269" actId="1076"/>
          <ac:spMkLst>
            <pc:docMk/>
            <pc:sldMk cId="0" sldId="267"/>
            <ac:spMk id="6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4:51.958" v="277" actId="164"/>
          <ac:spMkLst>
            <pc:docMk/>
            <pc:sldMk cId="0" sldId="267"/>
            <ac:spMk id="82" creationId="{00000000-0000-0000-0000-000000000000}"/>
          </ac:spMkLst>
        </pc:spChg>
        <pc:spChg chg="del">
          <ac:chgData name="Pharman Riek kok" userId="d3d3571da4467720" providerId="LiveId" clId="{9654616C-3D34-41E5-857C-286A2FFCA856}" dt="2025-11-18T04:43:17.271" v="270" actId="478"/>
          <ac:spMkLst>
            <pc:docMk/>
            <pc:sldMk cId="0" sldId="267"/>
            <ac:spMk id="83" creationId="{00000000-0000-0000-0000-000000000000}"/>
          </ac:spMkLst>
        </pc:spChg>
        <pc:spChg chg="del mod">
          <ac:chgData name="Pharman Riek kok" userId="d3d3571da4467720" providerId="LiveId" clId="{9654616C-3D34-41E5-857C-286A2FFCA856}" dt="2025-11-18T04:43:26.213" v="272" actId="478"/>
          <ac:spMkLst>
            <pc:docMk/>
            <pc:sldMk cId="0" sldId="267"/>
            <ac:spMk id="84" creationId="{00000000-0000-0000-0000-000000000000}"/>
          </ac:spMkLst>
        </pc:spChg>
        <pc:spChg chg="del">
          <ac:chgData name="Pharman Riek kok" userId="d3d3571da4467720" providerId="LiveId" clId="{9654616C-3D34-41E5-857C-286A2FFCA856}" dt="2025-11-18T04:43:30.060" v="273" actId="478"/>
          <ac:spMkLst>
            <pc:docMk/>
            <pc:sldMk cId="0" sldId="267"/>
            <ac:spMk id="85" creationId="{00000000-0000-0000-0000-000000000000}"/>
          </ac:spMkLst>
        </pc:spChg>
        <pc:grpChg chg="add mod">
          <ac:chgData name="Pharman Riek kok" userId="d3d3571da4467720" providerId="LiveId" clId="{9654616C-3D34-41E5-857C-286A2FFCA856}" dt="2025-11-18T04:44:51.958" v="277" actId="164"/>
          <ac:grpSpMkLst>
            <pc:docMk/>
            <pc:sldMk cId="0" sldId="267"/>
            <ac:grpSpMk id="6" creationId="{FB68DC6C-6B70-7AEC-10D0-5EA22A82810D}"/>
          </ac:grpSpMkLst>
        </pc:grpChg>
        <pc:grpChg chg="mod">
          <ac:chgData name="Pharman Riek kok" userId="d3d3571da4467720" providerId="LiveId" clId="{9654616C-3D34-41E5-857C-286A2FFCA856}" dt="2025-11-18T04:44:51.958" v="277" actId="164"/>
          <ac:grpSpMkLst>
            <pc:docMk/>
            <pc:sldMk cId="0" sldId="267"/>
            <ac:grpSpMk id="89" creationId="{96999F5B-B211-67EE-8D5A-F07B4D38F4D5}"/>
          </ac:grpSpMkLst>
        </pc:grpChg>
      </pc:sldChg>
      <pc:sldChg chg="addSp modSp del mod">
        <pc:chgData name="Pharman Riek kok" userId="d3d3571da4467720" providerId="LiveId" clId="{9654616C-3D34-41E5-857C-286A2FFCA856}" dt="2025-11-18T04:47:58.092" v="297" actId="47"/>
        <pc:sldMkLst>
          <pc:docMk/>
          <pc:sldMk cId="0" sldId="268"/>
        </pc:sldMkLst>
        <pc:spChg chg="mod">
          <ac:chgData name="Pharman Riek kok" userId="d3d3571da4467720" providerId="LiveId" clId="{9654616C-3D34-41E5-857C-286A2FFCA856}" dt="2025-11-18T04:47:01.145" v="289" actId="164"/>
          <ac:spMkLst>
            <pc:docMk/>
            <pc:sldMk cId="0" sldId="268"/>
            <ac:spMk id="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7:01.145" v="289" actId="164"/>
          <ac:spMkLst>
            <pc:docMk/>
            <pc:sldMk cId="0" sldId="268"/>
            <ac:spMk id="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7:01.145" v="289" actId="164"/>
          <ac:spMkLst>
            <pc:docMk/>
            <pc:sldMk cId="0" sldId="268"/>
            <ac:spMk id="7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7:01.145" v="289" actId="164"/>
          <ac:spMkLst>
            <pc:docMk/>
            <pc:sldMk cId="0" sldId="268"/>
            <ac:spMk id="9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7:01.145" v="289" actId="164"/>
          <ac:spMkLst>
            <pc:docMk/>
            <pc:sldMk cId="0" sldId="268"/>
            <ac:spMk id="10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6:46.666" v="288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7:01.145" v="289" actId="164"/>
          <ac:spMkLst>
            <pc:docMk/>
            <pc:sldMk cId="0" sldId="268"/>
            <ac:spMk id="12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7:01.145" v="289" actId="164"/>
          <ac:spMkLst>
            <pc:docMk/>
            <pc:sldMk cId="0" sldId="268"/>
            <ac:spMk id="1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7:01.145" v="289" actId="164"/>
          <ac:spMkLst>
            <pc:docMk/>
            <pc:sldMk cId="0" sldId="268"/>
            <ac:spMk id="14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7:01.145" v="289" actId="164"/>
          <ac:spMkLst>
            <pc:docMk/>
            <pc:sldMk cId="0" sldId="268"/>
            <ac:spMk id="1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7:01.145" v="289" actId="164"/>
          <ac:spMkLst>
            <pc:docMk/>
            <pc:sldMk cId="0" sldId="268"/>
            <ac:spMk id="1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7:26.992" v="292" actId="1076"/>
          <ac:spMkLst>
            <pc:docMk/>
            <pc:sldMk cId="0" sldId="268"/>
            <ac:spMk id="37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7:32.799" v="293" actId="1076"/>
          <ac:spMkLst>
            <pc:docMk/>
            <pc:sldMk cId="0" sldId="268"/>
            <ac:spMk id="38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7:36.731" v="294" actId="1076"/>
          <ac:spMkLst>
            <pc:docMk/>
            <pc:sldMk cId="0" sldId="268"/>
            <ac:spMk id="40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7:51.379" v="296" actId="1076"/>
          <ac:spMkLst>
            <pc:docMk/>
            <pc:sldMk cId="0" sldId="268"/>
            <ac:spMk id="41" creationId="{00000000-0000-0000-0000-000000000000}"/>
          </ac:spMkLst>
        </pc:spChg>
      </pc:sldChg>
      <pc:sldChg chg="addSp modSp del">
        <pc:chgData name="Pharman Riek kok" userId="d3d3571da4467720" providerId="LiveId" clId="{9654616C-3D34-41E5-857C-286A2FFCA856}" dt="2025-11-18T04:48:52.809" v="301" actId="47"/>
        <pc:sldMkLst>
          <pc:docMk/>
          <pc:sldMk cId="0" sldId="269"/>
        </pc:sldMkLst>
        <pc:spChg chg="mod">
          <ac:chgData name="Pharman Riek kok" userId="d3d3571da4467720" providerId="LiveId" clId="{9654616C-3D34-41E5-857C-286A2FFCA856}" dt="2025-11-18T04:48:18.952" v="299" actId="164"/>
          <ac:spMkLst>
            <pc:docMk/>
            <pc:sldMk cId="0" sldId="269"/>
            <ac:spMk id="3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8:18.952" v="299" actId="164"/>
          <ac:spMkLst>
            <pc:docMk/>
            <pc:sldMk cId="0" sldId="269"/>
            <ac:spMk id="4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4:48:18.952" v="299" actId="164"/>
          <ac:spMkLst>
            <pc:docMk/>
            <pc:sldMk cId="0" sldId="269"/>
            <ac:spMk id="47" creationId="{00000000-0000-0000-0000-000000000000}"/>
          </ac:spMkLst>
        </pc:spChg>
        <pc:grpChg chg="add mod">
          <ac:chgData name="Pharman Riek kok" userId="d3d3571da4467720" providerId="LiveId" clId="{9654616C-3D34-41E5-857C-286A2FFCA856}" dt="2025-11-18T04:48:18.952" v="299" actId="164"/>
          <ac:grpSpMkLst>
            <pc:docMk/>
            <pc:sldMk cId="0" sldId="269"/>
            <ac:grpSpMk id="2" creationId="{3B662FEB-53B1-52F7-5A9F-453E93BA9DEF}"/>
          </ac:grpSpMkLst>
        </pc:grpChg>
        <pc:grpChg chg="mod">
          <ac:chgData name="Pharman Riek kok" userId="d3d3571da4467720" providerId="LiveId" clId="{9654616C-3D34-41E5-857C-286A2FFCA856}" dt="2025-11-18T04:48:18.952" v="299" actId="164"/>
          <ac:grpSpMkLst>
            <pc:docMk/>
            <pc:sldMk cId="0" sldId="269"/>
            <ac:grpSpMk id="53" creationId="{873EBF9A-4E34-41B9-075D-F07808581A74}"/>
          </ac:grpSpMkLst>
        </pc:grpChg>
      </pc:sldChg>
      <pc:sldChg chg="modSp mod">
        <pc:chgData name="Pharman Riek kok" userId="d3d3571da4467720" providerId="LiveId" clId="{9654616C-3D34-41E5-857C-286A2FFCA856}" dt="2025-11-18T03:52:36.736" v="48"/>
        <pc:sldMkLst>
          <pc:docMk/>
          <pc:sldMk cId="2804357200" sldId="277"/>
        </pc:sldMkLst>
        <pc:spChg chg="mod">
          <ac:chgData name="Pharman Riek kok" userId="d3d3571da4467720" providerId="LiveId" clId="{9654616C-3D34-41E5-857C-286A2FFCA856}" dt="2025-11-17T15:06:17.377" v="6" actId="207"/>
          <ac:spMkLst>
            <pc:docMk/>
            <pc:sldMk cId="2804357200" sldId="277"/>
            <ac:spMk id="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8T03:52:36.736" v="48"/>
          <ac:spMkLst>
            <pc:docMk/>
            <pc:sldMk cId="2804357200" sldId="277"/>
            <ac:spMk id="15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7T15:05:56.075" v="2" actId="207"/>
          <ac:spMkLst>
            <pc:docMk/>
            <pc:sldMk cId="2804357200" sldId="277"/>
            <ac:spMk id="26" creationId="{00000000-0000-0000-0000-000000000000}"/>
          </ac:spMkLst>
        </pc:spChg>
        <pc:spChg chg="mod">
          <ac:chgData name="Pharman Riek kok" userId="d3d3571da4467720" providerId="LiveId" clId="{9654616C-3D34-41E5-857C-286A2FFCA856}" dt="2025-11-17T15:05:46.449" v="0" actId="207"/>
          <ac:spMkLst>
            <pc:docMk/>
            <pc:sldMk cId="2804357200" sldId="277"/>
            <ac:spMk id="45" creationId="{00000000-0000-0000-0000-000000000000}"/>
          </ac:spMkLst>
        </pc:spChg>
        <pc:graphicFrameChg chg="modGraphic">
          <ac:chgData name="Pharman Riek kok" userId="d3d3571da4467720" providerId="LiveId" clId="{9654616C-3D34-41E5-857C-286A2FFCA856}" dt="2025-11-17T15:06:10.427" v="5" actId="207"/>
          <ac:graphicFrameMkLst>
            <pc:docMk/>
            <pc:sldMk cId="2804357200" sldId="277"/>
            <ac:graphicFrameMk id="2" creationId="{00000000-0000-0000-0000-000000000000}"/>
          </ac:graphicFrameMkLst>
        </pc:graphicFrameChg>
      </pc:sldChg>
      <pc:sldChg chg="modSp">
        <pc:chgData name="Pharman Riek kok" userId="d3d3571da4467720" providerId="LiveId" clId="{9654616C-3D34-41E5-857C-286A2FFCA856}" dt="2025-11-18T03:52:36.736" v="48"/>
        <pc:sldMkLst>
          <pc:docMk/>
          <pc:sldMk cId="3613517229" sldId="412"/>
        </pc:sldMkLst>
        <pc:spChg chg="mod">
          <ac:chgData name="Pharman Riek kok" userId="d3d3571da4467720" providerId="LiveId" clId="{9654616C-3D34-41E5-857C-286A2FFCA856}" dt="2025-11-18T03:52:36.736" v="48"/>
          <ac:spMkLst>
            <pc:docMk/>
            <pc:sldMk cId="3613517229" sldId="412"/>
            <ac:spMk id="4" creationId="{506F80C7-90B3-550C-2E2D-665C55895665}"/>
          </ac:spMkLst>
        </pc:spChg>
      </pc:sldChg>
      <pc:sldChg chg="addSp modSp new mod ord">
        <pc:chgData name="Pharman Riek kok" userId="d3d3571da4467720" providerId="LiveId" clId="{9654616C-3D34-41E5-857C-286A2FFCA856}" dt="2025-11-18T03:54:42.341" v="63"/>
        <pc:sldMkLst>
          <pc:docMk/>
          <pc:sldMk cId="397883966" sldId="413"/>
        </pc:sldMkLst>
        <pc:spChg chg="mod">
          <ac:chgData name="Pharman Riek kok" userId="d3d3571da4467720" providerId="LiveId" clId="{9654616C-3D34-41E5-857C-286A2FFCA856}" dt="2025-11-18T03:54:08.180" v="58"/>
          <ac:spMkLst>
            <pc:docMk/>
            <pc:sldMk cId="397883966" sldId="413"/>
            <ac:spMk id="13" creationId="{73062207-C86C-6C63-8C63-1587F95465DA}"/>
          </ac:spMkLst>
        </pc:spChg>
        <pc:spChg chg="mod">
          <ac:chgData name="Pharman Riek kok" userId="d3d3571da4467720" providerId="LiveId" clId="{9654616C-3D34-41E5-857C-286A2FFCA856}" dt="2025-11-18T03:54:08.180" v="58"/>
          <ac:spMkLst>
            <pc:docMk/>
            <pc:sldMk cId="397883966" sldId="413"/>
            <ac:spMk id="16" creationId="{77B2A8A3-0510-CE65-D690-DCE454F7D17A}"/>
          </ac:spMkLst>
        </pc:spChg>
        <pc:spChg chg="mod">
          <ac:chgData name="Pharman Riek kok" userId="d3d3571da4467720" providerId="LiveId" clId="{9654616C-3D34-41E5-857C-286A2FFCA856}" dt="2025-11-18T03:54:08.180" v="58"/>
          <ac:spMkLst>
            <pc:docMk/>
            <pc:sldMk cId="397883966" sldId="413"/>
            <ac:spMk id="18" creationId="{2C4D14D0-FEF2-A000-3A27-825D4C73176B}"/>
          </ac:spMkLst>
        </pc:spChg>
        <pc:spChg chg="mod">
          <ac:chgData name="Pharman Riek kok" userId="d3d3571da4467720" providerId="LiveId" clId="{9654616C-3D34-41E5-857C-286A2FFCA856}" dt="2025-11-18T03:54:08.180" v="58"/>
          <ac:spMkLst>
            <pc:docMk/>
            <pc:sldMk cId="397883966" sldId="413"/>
            <ac:spMk id="19" creationId="{0E0C10E5-CEA1-AA99-7548-7AD408C7AE1D}"/>
          </ac:spMkLst>
        </pc:spChg>
        <pc:spChg chg="mod">
          <ac:chgData name="Pharman Riek kok" userId="d3d3571da4467720" providerId="LiveId" clId="{9654616C-3D34-41E5-857C-286A2FFCA856}" dt="2025-11-18T03:54:08.180" v="58"/>
          <ac:spMkLst>
            <pc:docMk/>
            <pc:sldMk cId="397883966" sldId="413"/>
            <ac:spMk id="20" creationId="{B7CEA2E5-CBD1-C132-B778-5E243C89CA8A}"/>
          </ac:spMkLst>
        </pc:spChg>
        <pc:spChg chg="mod">
          <ac:chgData name="Pharman Riek kok" userId="d3d3571da4467720" providerId="LiveId" clId="{9654616C-3D34-41E5-857C-286A2FFCA856}" dt="2025-11-18T03:54:08.180" v="58"/>
          <ac:spMkLst>
            <pc:docMk/>
            <pc:sldMk cId="397883966" sldId="413"/>
            <ac:spMk id="25" creationId="{93605F90-A1F4-B578-2079-0D7D8518A6FF}"/>
          </ac:spMkLst>
        </pc:spChg>
        <pc:spChg chg="mod">
          <ac:chgData name="Pharman Riek kok" userId="d3d3571da4467720" providerId="LiveId" clId="{9654616C-3D34-41E5-857C-286A2FFCA856}" dt="2025-11-18T03:54:08.180" v="58"/>
          <ac:spMkLst>
            <pc:docMk/>
            <pc:sldMk cId="397883966" sldId="413"/>
            <ac:spMk id="27" creationId="{A96B4007-F913-1AAD-BDC7-42F3EBED9C2A}"/>
          </ac:spMkLst>
        </pc:spChg>
        <pc:spChg chg="mod">
          <ac:chgData name="Pharman Riek kok" userId="d3d3571da4467720" providerId="LiveId" clId="{9654616C-3D34-41E5-857C-286A2FFCA856}" dt="2025-11-18T03:54:08.180" v="58"/>
          <ac:spMkLst>
            <pc:docMk/>
            <pc:sldMk cId="397883966" sldId="413"/>
            <ac:spMk id="29" creationId="{92C9E683-EE62-E8F7-2243-FFBCED6CA680}"/>
          </ac:spMkLst>
        </pc:spChg>
        <pc:spChg chg="mod">
          <ac:chgData name="Pharman Riek kok" userId="d3d3571da4467720" providerId="LiveId" clId="{9654616C-3D34-41E5-857C-286A2FFCA856}" dt="2025-11-18T03:54:08.180" v="58"/>
          <ac:spMkLst>
            <pc:docMk/>
            <pc:sldMk cId="397883966" sldId="413"/>
            <ac:spMk id="31" creationId="{03DDB527-5C2C-7C68-3696-982D8340940C}"/>
          </ac:spMkLst>
        </pc:spChg>
        <pc:spChg chg="mod">
          <ac:chgData name="Pharman Riek kok" userId="d3d3571da4467720" providerId="LiveId" clId="{9654616C-3D34-41E5-857C-286A2FFCA856}" dt="2025-11-18T03:54:08.180" v="58"/>
          <ac:spMkLst>
            <pc:docMk/>
            <pc:sldMk cId="397883966" sldId="413"/>
            <ac:spMk id="32" creationId="{B0C12245-5DEF-4957-9763-1BDAE8D6D6C6}"/>
          </ac:spMkLst>
        </pc:spChg>
        <pc:grpChg chg="mod">
          <ac:chgData name="Pharman Riek kok" userId="d3d3571da4467720" providerId="LiveId" clId="{9654616C-3D34-41E5-857C-286A2FFCA856}" dt="2025-11-18T03:54:17.908" v="59" actId="1076"/>
          <ac:grpSpMkLst>
            <pc:docMk/>
            <pc:sldMk cId="397883966" sldId="413"/>
            <ac:grpSpMk id="2" creationId="{F6256182-4633-A244-E612-2FDA24D83974}"/>
          </ac:grpSpMkLst>
        </pc:grpChg>
      </pc:sldChg>
      <pc:sldChg chg="addSp modSp new del mod ord">
        <pc:chgData name="Pharman Riek kok" userId="d3d3571da4467720" providerId="LiveId" clId="{9654616C-3D34-41E5-857C-286A2FFCA856}" dt="2025-11-18T03:53:53.556" v="56" actId="47"/>
        <pc:sldMkLst>
          <pc:docMk/>
          <pc:sldMk cId="974095184" sldId="413"/>
        </pc:sldMkLst>
        <pc:spChg chg="mod">
          <ac:chgData name="Pharman Riek kok" userId="d3d3571da4467720" providerId="LiveId" clId="{9654616C-3D34-41E5-857C-286A2FFCA856}" dt="2025-11-18T03:53:23.177" v="53" actId="14100"/>
          <ac:spMkLst>
            <pc:docMk/>
            <pc:sldMk cId="974095184" sldId="413"/>
            <ac:spMk id="2" creationId="{397281A6-615F-A061-1B71-53A9B3E83F46}"/>
          </ac:spMkLst>
        </pc:spChg>
        <pc:spChg chg="mod">
          <ac:chgData name="Pharman Riek kok" userId="d3d3571da4467720" providerId="LiveId" clId="{9654616C-3D34-41E5-857C-286A2FFCA856}" dt="2025-11-18T03:53:27.794" v="54" actId="14100"/>
          <ac:spMkLst>
            <pc:docMk/>
            <pc:sldMk cId="974095184" sldId="413"/>
            <ac:spMk id="3" creationId="{F2C6834D-E0C5-58ED-EEC8-78B2A7282AD7}"/>
          </ac:spMkLst>
        </pc:spChg>
        <pc:spChg chg="mod">
          <ac:chgData name="Pharman Riek kok" userId="d3d3571da4467720" providerId="LiveId" clId="{9654616C-3D34-41E5-857C-286A2FFCA856}" dt="2025-11-18T03:53:31.522" v="55"/>
          <ac:spMkLst>
            <pc:docMk/>
            <pc:sldMk cId="974095184" sldId="413"/>
            <ac:spMk id="10" creationId="{7C588C21-B0DB-96A1-16EE-C0A893A4A4A8}"/>
          </ac:spMkLst>
        </pc:spChg>
        <pc:spChg chg="mod">
          <ac:chgData name="Pharman Riek kok" userId="d3d3571da4467720" providerId="LiveId" clId="{9654616C-3D34-41E5-857C-286A2FFCA856}" dt="2025-11-18T03:53:31.522" v="55"/>
          <ac:spMkLst>
            <pc:docMk/>
            <pc:sldMk cId="974095184" sldId="413"/>
            <ac:spMk id="15" creationId="{063C1B24-AC10-59E5-39D7-B3A69B2BD08A}"/>
          </ac:spMkLst>
        </pc:spChg>
        <pc:spChg chg="mod">
          <ac:chgData name="Pharman Riek kok" userId="d3d3571da4467720" providerId="LiveId" clId="{9654616C-3D34-41E5-857C-286A2FFCA856}" dt="2025-11-18T03:53:31.522" v="55"/>
          <ac:spMkLst>
            <pc:docMk/>
            <pc:sldMk cId="974095184" sldId="413"/>
            <ac:spMk id="17" creationId="{D3D08802-5A8A-E7F9-311A-DDC786B4DA1D}"/>
          </ac:spMkLst>
        </pc:spChg>
        <pc:spChg chg="mod">
          <ac:chgData name="Pharman Riek kok" userId="d3d3571da4467720" providerId="LiveId" clId="{9654616C-3D34-41E5-857C-286A2FFCA856}" dt="2025-11-18T03:53:31.522" v="55"/>
          <ac:spMkLst>
            <pc:docMk/>
            <pc:sldMk cId="974095184" sldId="413"/>
            <ac:spMk id="20" creationId="{E7034BD7-EE56-7C66-8CDD-3EF05BBEF562}"/>
          </ac:spMkLst>
        </pc:spChg>
        <pc:spChg chg="mod">
          <ac:chgData name="Pharman Riek kok" userId="d3d3571da4467720" providerId="LiveId" clId="{9654616C-3D34-41E5-857C-286A2FFCA856}" dt="2025-11-18T03:53:31.522" v="55"/>
          <ac:spMkLst>
            <pc:docMk/>
            <pc:sldMk cId="974095184" sldId="413"/>
            <ac:spMk id="22" creationId="{38F4EB3A-05E2-92D5-194C-EAA7A03DFCEF}"/>
          </ac:spMkLst>
        </pc:spChg>
        <pc:spChg chg="mod">
          <ac:chgData name="Pharman Riek kok" userId="d3d3571da4467720" providerId="LiveId" clId="{9654616C-3D34-41E5-857C-286A2FFCA856}" dt="2025-11-18T03:53:31.522" v="55"/>
          <ac:spMkLst>
            <pc:docMk/>
            <pc:sldMk cId="974095184" sldId="413"/>
            <ac:spMk id="26" creationId="{61E666B6-3281-3A0A-95C5-23DC68CD7B4E}"/>
          </ac:spMkLst>
        </pc:spChg>
        <pc:spChg chg="mod">
          <ac:chgData name="Pharman Riek kok" userId="d3d3571da4467720" providerId="LiveId" clId="{9654616C-3D34-41E5-857C-286A2FFCA856}" dt="2025-11-18T03:53:31.522" v="55"/>
          <ac:spMkLst>
            <pc:docMk/>
            <pc:sldMk cId="974095184" sldId="413"/>
            <ac:spMk id="27" creationId="{097738AB-2C1C-2DCF-F6AE-52B0843F821D}"/>
          </ac:spMkLst>
        </pc:spChg>
        <pc:spChg chg="mod">
          <ac:chgData name="Pharman Riek kok" userId="d3d3571da4467720" providerId="LiveId" clId="{9654616C-3D34-41E5-857C-286A2FFCA856}" dt="2025-11-18T03:53:31.522" v="55"/>
          <ac:spMkLst>
            <pc:docMk/>
            <pc:sldMk cId="974095184" sldId="413"/>
            <ac:spMk id="28" creationId="{AAA19A6F-4502-53B4-223B-D3D2F36C8582}"/>
          </ac:spMkLst>
        </pc:spChg>
        <pc:spChg chg="mod">
          <ac:chgData name="Pharman Riek kok" userId="d3d3571da4467720" providerId="LiveId" clId="{9654616C-3D34-41E5-857C-286A2FFCA856}" dt="2025-11-18T03:53:31.522" v="55"/>
          <ac:spMkLst>
            <pc:docMk/>
            <pc:sldMk cId="974095184" sldId="413"/>
            <ac:spMk id="29" creationId="{BF69D8C7-E8A7-CE1B-AAEF-B34354B095B1}"/>
          </ac:spMkLst>
        </pc:spChg>
        <pc:spChg chg="mod">
          <ac:chgData name="Pharman Riek kok" userId="d3d3571da4467720" providerId="LiveId" clId="{9654616C-3D34-41E5-857C-286A2FFCA856}" dt="2025-11-18T03:53:31.522" v="55"/>
          <ac:spMkLst>
            <pc:docMk/>
            <pc:sldMk cId="974095184" sldId="413"/>
            <ac:spMk id="31" creationId="{04E2C81C-393F-77DD-F320-AEAD9FE921D5}"/>
          </ac:spMkLst>
        </pc:spChg>
      </pc:sldChg>
      <pc:sldChg chg="addSp delSp modSp new mod">
        <pc:chgData name="Pharman Riek kok" userId="d3d3571da4467720" providerId="LiveId" clId="{9654616C-3D34-41E5-857C-286A2FFCA856}" dt="2025-11-18T04:18:04.638" v="161" actId="1076"/>
        <pc:sldMkLst>
          <pc:docMk/>
          <pc:sldMk cId="853077838" sldId="414"/>
        </pc:sldMkLst>
        <pc:spChg chg="del">
          <ac:chgData name="Pharman Riek kok" userId="d3d3571da4467720" providerId="LiveId" clId="{9654616C-3D34-41E5-857C-286A2FFCA856}" dt="2025-11-18T04:16:22.763" v="154" actId="478"/>
          <ac:spMkLst>
            <pc:docMk/>
            <pc:sldMk cId="853077838" sldId="414"/>
            <ac:spMk id="5" creationId="{F9D6F73A-E59A-3640-E470-10E24E80FA1A}"/>
          </ac:spMkLst>
        </pc:spChg>
        <pc:spChg chg="mod">
          <ac:chgData name="Pharman Riek kok" userId="d3d3571da4467720" providerId="LiveId" clId="{9654616C-3D34-41E5-857C-286A2FFCA856}" dt="2025-11-18T04:16:30.418" v="156" actId="1076"/>
          <ac:spMkLst>
            <pc:docMk/>
            <pc:sldMk cId="853077838" sldId="414"/>
            <ac:spMk id="6" creationId="{4AF1DB56-AB75-5C3B-3953-EA5461734495}"/>
          </ac:spMkLst>
        </pc:spChg>
        <pc:spChg chg="mod">
          <ac:chgData name="Pharman Riek kok" userId="d3d3571da4467720" providerId="LiveId" clId="{9654616C-3D34-41E5-857C-286A2FFCA856}" dt="2025-11-18T04:16:34.791" v="157" actId="1076"/>
          <ac:spMkLst>
            <pc:docMk/>
            <pc:sldMk cId="853077838" sldId="414"/>
            <ac:spMk id="7" creationId="{28BD3360-87B4-351A-0AF6-E6127766EF58}"/>
          </ac:spMkLst>
        </pc:spChg>
        <pc:spChg chg="mod">
          <ac:chgData name="Pharman Riek kok" userId="d3d3571da4467720" providerId="LiveId" clId="{9654616C-3D34-41E5-857C-286A2FFCA856}" dt="2025-11-18T03:55:04.958" v="65"/>
          <ac:spMkLst>
            <pc:docMk/>
            <pc:sldMk cId="853077838" sldId="414"/>
            <ac:spMk id="9" creationId="{24444433-487B-20A0-B625-E0992851A0ED}"/>
          </ac:spMkLst>
        </pc:spChg>
        <pc:spChg chg="mod">
          <ac:chgData name="Pharman Riek kok" userId="d3d3571da4467720" providerId="LiveId" clId="{9654616C-3D34-41E5-857C-286A2FFCA856}" dt="2025-11-18T04:15:50.290" v="148" actId="571"/>
          <ac:spMkLst>
            <pc:docMk/>
            <pc:sldMk cId="853077838" sldId="414"/>
            <ac:spMk id="12" creationId="{5EF4959F-CA79-EA56-B007-98C60249CA5E}"/>
          </ac:spMkLst>
        </pc:spChg>
        <pc:spChg chg="mod">
          <ac:chgData name="Pharman Riek kok" userId="d3d3571da4467720" providerId="LiveId" clId="{9654616C-3D34-41E5-857C-286A2FFCA856}" dt="2025-11-18T04:15:50.290" v="148" actId="571"/>
          <ac:spMkLst>
            <pc:docMk/>
            <pc:sldMk cId="853077838" sldId="414"/>
            <ac:spMk id="13" creationId="{88DC944C-4D2B-8E57-8E5D-DF12036AFA0F}"/>
          </ac:spMkLst>
        </pc:spChg>
        <pc:spChg chg="mod">
          <ac:chgData name="Pharman Riek kok" userId="d3d3571da4467720" providerId="LiveId" clId="{9654616C-3D34-41E5-857C-286A2FFCA856}" dt="2025-11-18T04:15:50.290" v="148" actId="571"/>
          <ac:spMkLst>
            <pc:docMk/>
            <pc:sldMk cId="853077838" sldId="414"/>
            <ac:spMk id="14" creationId="{6D41AAA8-1698-DEFD-3AA1-6E07C34A536B}"/>
          </ac:spMkLst>
        </pc:spChg>
        <pc:spChg chg="mod">
          <ac:chgData name="Pharman Riek kok" userId="d3d3571da4467720" providerId="LiveId" clId="{9654616C-3D34-41E5-857C-286A2FFCA856}" dt="2025-11-18T04:15:50.290" v="148" actId="571"/>
          <ac:spMkLst>
            <pc:docMk/>
            <pc:sldMk cId="853077838" sldId="414"/>
            <ac:spMk id="16" creationId="{BC7DDFF0-9A69-6CA4-7B7D-26CB1ED1C615}"/>
          </ac:spMkLst>
        </pc:spChg>
        <pc:spChg chg="mod">
          <ac:chgData name="Pharman Riek kok" userId="d3d3571da4467720" providerId="LiveId" clId="{9654616C-3D34-41E5-857C-286A2FFCA856}" dt="2025-11-18T04:15:50.290" v="148" actId="571"/>
          <ac:spMkLst>
            <pc:docMk/>
            <pc:sldMk cId="853077838" sldId="414"/>
            <ac:spMk id="20" creationId="{269E76CF-1481-6E41-A45F-8DB95D00E2CD}"/>
          </ac:spMkLst>
        </pc:spChg>
        <pc:spChg chg="mod">
          <ac:chgData name="Pharman Riek kok" userId="d3d3571da4467720" providerId="LiveId" clId="{9654616C-3D34-41E5-857C-286A2FFCA856}" dt="2025-11-18T04:17:35.907" v="159" actId="1076"/>
          <ac:spMkLst>
            <pc:docMk/>
            <pc:sldMk cId="853077838" sldId="414"/>
            <ac:spMk id="23" creationId="{3CB5DE45-202C-E569-F930-308C8AB8B60E}"/>
          </ac:spMkLst>
        </pc:spChg>
        <pc:spChg chg="mod">
          <ac:chgData name="Pharman Riek kok" userId="d3d3571da4467720" providerId="LiveId" clId="{9654616C-3D34-41E5-857C-286A2FFCA856}" dt="2025-11-18T04:17:58.196" v="160" actId="1076"/>
          <ac:spMkLst>
            <pc:docMk/>
            <pc:sldMk cId="853077838" sldId="414"/>
            <ac:spMk id="26" creationId="{B7C0892D-E1AF-6AD9-E0B2-15F9A8544AA9}"/>
          </ac:spMkLst>
        </pc:spChg>
        <pc:spChg chg="mod">
          <ac:chgData name="Pharman Riek kok" userId="d3d3571da4467720" providerId="LiveId" clId="{9654616C-3D34-41E5-857C-286A2FFCA856}" dt="2025-11-18T04:18:04.638" v="161" actId="1076"/>
          <ac:spMkLst>
            <pc:docMk/>
            <pc:sldMk cId="853077838" sldId="414"/>
            <ac:spMk id="29" creationId="{B0A98700-DBC4-842F-1941-C2C18A28565F}"/>
          </ac:spMkLst>
        </pc:spChg>
        <pc:spChg chg="add del mod">
          <ac:chgData name="Pharman Riek kok" userId="d3d3571da4467720" providerId="LiveId" clId="{9654616C-3D34-41E5-857C-286A2FFCA856}" dt="2025-11-18T04:16:12.661" v="153" actId="478"/>
          <ac:spMkLst>
            <pc:docMk/>
            <pc:sldMk cId="853077838" sldId="414"/>
            <ac:spMk id="30" creationId="{BF99690E-B40F-B692-22C2-F93854BA1B47}"/>
          </ac:spMkLst>
        </pc:spChg>
        <pc:grpChg chg="mod">
          <ac:chgData name="Pharman Riek kok" userId="d3d3571da4467720" providerId="LiveId" clId="{9654616C-3D34-41E5-857C-286A2FFCA856}" dt="2025-11-18T04:16:50.522" v="158" actId="1076"/>
          <ac:grpSpMkLst>
            <pc:docMk/>
            <pc:sldMk cId="853077838" sldId="414"/>
            <ac:grpSpMk id="2" creationId="{5C49D4AD-537C-855F-EA8C-365054F5B0AA}"/>
          </ac:grpSpMkLst>
        </pc:grpChg>
      </pc:sldChg>
      <pc:sldChg chg="addSp delSp modSp new mod">
        <pc:chgData name="Pharman Riek kok" userId="d3d3571da4467720" providerId="LiveId" clId="{9654616C-3D34-41E5-857C-286A2FFCA856}" dt="2025-11-18T04:26:54.198" v="187" actId="1076"/>
        <pc:sldMkLst>
          <pc:docMk/>
          <pc:sldMk cId="2291562042" sldId="415"/>
        </pc:sldMkLst>
        <pc:spChg chg="mod">
          <ac:chgData name="Pharman Riek kok" userId="d3d3571da4467720" providerId="LiveId" clId="{9654616C-3D34-41E5-857C-286A2FFCA856}" dt="2025-11-18T03:57:21.368" v="79"/>
          <ac:spMkLst>
            <pc:docMk/>
            <pc:sldMk cId="2291562042" sldId="415"/>
            <ac:spMk id="3" creationId="{0A037222-7282-0702-034D-923250523513}"/>
          </ac:spMkLst>
        </pc:spChg>
        <pc:spChg chg="mod">
          <ac:chgData name="Pharman Riek kok" userId="d3d3571da4467720" providerId="LiveId" clId="{9654616C-3D34-41E5-857C-286A2FFCA856}" dt="2025-11-18T03:57:21.368" v="79"/>
          <ac:spMkLst>
            <pc:docMk/>
            <pc:sldMk cId="2291562042" sldId="415"/>
            <ac:spMk id="7" creationId="{82626820-0FE9-A0BA-9EA7-FFAB3BD4A477}"/>
          </ac:spMkLst>
        </pc:spChg>
        <pc:spChg chg="mod">
          <ac:chgData name="Pharman Riek kok" userId="d3d3571da4467720" providerId="LiveId" clId="{9654616C-3D34-41E5-857C-286A2FFCA856}" dt="2025-11-18T03:57:21.368" v="79"/>
          <ac:spMkLst>
            <pc:docMk/>
            <pc:sldMk cId="2291562042" sldId="415"/>
            <ac:spMk id="9" creationId="{A4558329-0F90-3BA2-19C3-B143CAD17672}"/>
          </ac:spMkLst>
        </pc:spChg>
        <pc:spChg chg="mod">
          <ac:chgData name="Pharman Riek kok" userId="d3d3571da4467720" providerId="LiveId" clId="{9654616C-3D34-41E5-857C-286A2FFCA856}" dt="2025-11-18T03:57:21.368" v="79"/>
          <ac:spMkLst>
            <pc:docMk/>
            <pc:sldMk cId="2291562042" sldId="415"/>
            <ac:spMk id="11" creationId="{98CE3F79-A718-5977-20DE-6784D7F627D7}"/>
          </ac:spMkLst>
        </pc:spChg>
        <pc:spChg chg="mod">
          <ac:chgData name="Pharman Riek kok" userId="d3d3571da4467720" providerId="LiveId" clId="{9654616C-3D34-41E5-857C-286A2FFCA856}" dt="2025-11-18T03:57:21.368" v="79"/>
          <ac:spMkLst>
            <pc:docMk/>
            <pc:sldMk cId="2291562042" sldId="415"/>
            <ac:spMk id="18" creationId="{AE7575BE-095D-327D-023F-2EC3D8B4478B}"/>
          </ac:spMkLst>
        </pc:spChg>
        <pc:spChg chg="mod">
          <ac:chgData name="Pharman Riek kok" userId="d3d3571da4467720" providerId="LiveId" clId="{9654616C-3D34-41E5-857C-286A2FFCA856}" dt="2025-11-18T03:57:21.368" v="79"/>
          <ac:spMkLst>
            <pc:docMk/>
            <pc:sldMk cId="2291562042" sldId="415"/>
            <ac:spMk id="20" creationId="{8C40B6B3-85DF-3BD3-05F2-D8538318D6C0}"/>
          </ac:spMkLst>
        </pc:spChg>
        <pc:spChg chg="mod">
          <ac:chgData name="Pharman Riek kok" userId="d3d3571da4467720" providerId="LiveId" clId="{9654616C-3D34-41E5-857C-286A2FFCA856}" dt="2025-11-18T03:57:21.368" v="79"/>
          <ac:spMkLst>
            <pc:docMk/>
            <pc:sldMk cId="2291562042" sldId="415"/>
            <ac:spMk id="23" creationId="{8410DFD4-8F61-41AA-1EE2-24154679CFCA}"/>
          </ac:spMkLst>
        </pc:spChg>
        <pc:spChg chg="mod">
          <ac:chgData name="Pharman Riek kok" userId="d3d3571da4467720" providerId="LiveId" clId="{9654616C-3D34-41E5-857C-286A2FFCA856}" dt="2025-11-18T03:57:21.368" v="79"/>
          <ac:spMkLst>
            <pc:docMk/>
            <pc:sldMk cId="2291562042" sldId="415"/>
            <ac:spMk id="24" creationId="{DFD07306-AA68-95DE-4AEB-8BB9613119A0}"/>
          </ac:spMkLst>
        </pc:spChg>
        <pc:spChg chg="mod">
          <ac:chgData name="Pharman Riek kok" userId="d3d3571da4467720" providerId="LiveId" clId="{9654616C-3D34-41E5-857C-286A2FFCA856}" dt="2025-11-18T03:57:21.368" v="79"/>
          <ac:spMkLst>
            <pc:docMk/>
            <pc:sldMk cId="2291562042" sldId="415"/>
            <ac:spMk id="25" creationId="{B0570F03-F38D-32BF-0885-0B2E5F970BE1}"/>
          </ac:spMkLst>
        </pc:spChg>
        <pc:spChg chg="mod">
          <ac:chgData name="Pharman Riek kok" userId="d3d3571da4467720" providerId="LiveId" clId="{9654616C-3D34-41E5-857C-286A2FFCA856}" dt="2025-11-18T03:57:21.368" v="79"/>
          <ac:spMkLst>
            <pc:docMk/>
            <pc:sldMk cId="2291562042" sldId="415"/>
            <ac:spMk id="26" creationId="{F4D458C6-E1FE-46CC-7DB6-F56A773D0DC8}"/>
          </ac:spMkLst>
        </pc:spChg>
        <pc:spChg chg="mod">
          <ac:chgData name="Pharman Riek kok" userId="d3d3571da4467720" providerId="LiveId" clId="{9654616C-3D34-41E5-857C-286A2FFCA856}" dt="2025-11-18T04:24:40.182" v="171" actId="1076"/>
          <ac:spMkLst>
            <pc:docMk/>
            <pc:sldMk cId="2291562042" sldId="415"/>
            <ac:spMk id="29" creationId="{54694908-D067-BF4A-10E0-63BEF769BA6F}"/>
          </ac:spMkLst>
        </pc:spChg>
        <pc:spChg chg="mod">
          <ac:chgData name="Pharman Riek kok" userId="d3d3571da4467720" providerId="LiveId" clId="{9654616C-3D34-41E5-857C-286A2FFCA856}" dt="2025-11-18T04:24:40.182" v="171" actId="1076"/>
          <ac:spMkLst>
            <pc:docMk/>
            <pc:sldMk cId="2291562042" sldId="415"/>
            <ac:spMk id="30" creationId="{6804CC2E-7B1E-A2EB-7F15-4CB29E097310}"/>
          </ac:spMkLst>
        </pc:spChg>
        <pc:spChg chg="mod">
          <ac:chgData name="Pharman Riek kok" userId="d3d3571da4467720" providerId="LiveId" clId="{9654616C-3D34-41E5-857C-286A2FFCA856}" dt="2025-11-18T04:24:40.182" v="171" actId="1076"/>
          <ac:spMkLst>
            <pc:docMk/>
            <pc:sldMk cId="2291562042" sldId="415"/>
            <ac:spMk id="31" creationId="{C735D396-EA6B-C6C1-32D6-7CF8AF2D8A63}"/>
          </ac:spMkLst>
        </pc:spChg>
        <pc:spChg chg="mod">
          <ac:chgData name="Pharman Riek kok" userId="d3d3571da4467720" providerId="LiveId" clId="{9654616C-3D34-41E5-857C-286A2FFCA856}" dt="2025-11-18T04:24:40.182" v="171" actId="1076"/>
          <ac:spMkLst>
            <pc:docMk/>
            <pc:sldMk cId="2291562042" sldId="415"/>
            <ac:spMk id="32" creationId="{64F8BE1C-5F27-08D3-A113-0776875E0A84}"/>
          </ac:spMkLst>
        </pc:spChg>
        <pc:spChg chg="mod">
          <ac:chgData name="Pharman Riek kok" userId="d3d3571da4467720" providerId="LiveId" clId="{9654616C-3D34-41E5-857C-286A2FFCA856}" dt="2025-11-18T04:24:40.182" v="171" actId="1076"/>
          <ac:spMkLst>
            <pc:docMk/>
            <pc:sldMk cId="2291562042" sldId="415"/>
            <ac:spMk id="33" creationId="{1DA74DB8-04E0-15EB-F1D3-D7B5CF70D0F6}"/>
          </ac:spMkLst>
        </pc:spChg>
        <pc:spChg chg="mod">
          <ac:chgData name="Pharman Riek kok" userId="d3d3571da4467720" providerId="LiveId" clId="{9654616C-3D34-41E5-857C-286A2FFCA856}" dt="2025-11-18T04:24:40.182" v="171" actId="1076"/>
          <ac:spMkLst>
            <pc:docMk/>
            <pc:sldMk cId="2291562042" sldId="415"/>
            <ac:spMk id="34" creationId="{5B138F41-3869-1C8E-F0D1-7152C196862B}"/>
          </ac:spMkLst>
        </pc:spChg>
        <pc:spChg chg="mod">
          <ac:chgData name="Pharman Riek kok" userId="d3d3571da4467720" providerId="LiveId" clId="{9654616C-3D34-41E5-857C-286A2FFCA856}" dt="2025-11-18T04:24:40.182" v="171" actId="1076"/>
          <ac:spMkLst>
            <pc:docMk/>
            <pc:sldMk cId="2291562042" sldId="415"/>
            <ac:spMk id="35" creationId="{667952CC-BEB7-9A79-9D7E-1F7233E5D19E}"/>
          </ac:spMkLst>
        </pc:spChg>
        <pc:spChg chg="mod">
          <ac:chgData name="Pharman Riek kok" userId="d3d3571da4467720" providerId="LiveId" clId="{9654616C-3D34-41E5-857C-286A2FFCA856}" dt="2025-11-18T04:24:40.182" v="171" actId="1076"/>
          <ac:spMkLst>
            <pc:docMk/>
            <pc:sldMk cId="2291562042" sldId="415"/>
            <ac:spMk id="36" creationId="{889276F6-CEA2-EDBC-6F52-F4EB58E0872F}"/>
          </ac:spMkLst>
        </pc:spChg>
        <pc:spChg chg="mod">
          <ac:chgData name="Pharman Riek kok" userId="d3d3571da4467720" providerId="LiveId" clId="{9654616C-3D34-41E5-857C-286A2FFCA856}" dt="2025-11-18T04:18:43.454" v="163" actId="1076"/>
          <ac:spMkLst>
            <pc:docMk/>
            <pc:sldMk cId="2291562042" sldId="415"/>
            <ac:spMk id="38" creationId="{0F8A6C0E-1DB4-22C2-4175-F0BBC3DCA6CE}"/>
          </ac:spMkLst>
        </pc:spChg>
        <pc:spChg chg="mod">
          <ac:chgData name="Pharman Riek kok" userId="d3d3571da4467720" providerId="LiveId" clId="{9654616C-3D34-41E5-857C-286A2FFCA856}" dt="2025-11-18T04:24:45.432" v="172" actId="14100"/>
          <ac:spMkLst>
            <pc:docMk/>
            <pc:sldMk cId="2291562042" sldId="415"/>
            <ac:spMk id="41" creationId="{6E7B6313-43FE-1144-98FE-039A14BFCD21}"/>
          </ac:spMkLst>
        </pc:spChg>
        <pc:spChg chg="mod">
          <ac:chgData name="Pharman Riek kok" userId="d3d3571da4467720" providerId="LiveId" clId="{9654616C-3D34-41E5-857C-286A2FFCA856}" dt="2025-11-18T04:26:45.992" v="186" actId="14100"/>
          <ac:spMkLst>
            <pc:docMk/>
            <pc:sldMk cId="2291562042" sldId="415"/>
            <ac:spMk id="43" creationId="{B15D3C4D-85F5-134A-ED41-06D103634BD4}"/>
          </ac:spMkLst>
        </pc:spChg>
        <pc:spChg chg="mod">
          <ac:chgData name="Pharman Riek kok" userId="d3d3571da4467720" providerId="LiveId" clId="{9654616C-3D34-41E5-857C-286A2FFCA856}" dt="2025-11-18T04:26:54.198" v="187" actId="1076"/>
          <ac:spMkLst>
            <pc:docMk/>
            <pc:sldMk cId="2291562042" sldId="415"/>
            <ac:spMk id="44" creationId="{DA41E723-964A-811E-9362-2A7384F22C88}"/>
          </ac:spMkLst>
        </pc:spChg>
        <pc:spChg chg="mod">
          <ac:chgData name="Pharman Riek kok" userId="d3d3571da4467720" providerId="LiveId" clId="{9654616C-3D34-41E5-857C-286A2FFCA856}" dt="2025-11-18T04:05:38.168" v="106"/>
          <ac:spMkLst>
            <pc:docMk/>
            <pc:sldMk cId="2291562042" sldId="415"/>
            <ac:spMk id="47" creationId="{4E93F85D-1B05-2EED-6354-E8AC51E02F92}"/>
          </ac:spMkLst>
        </pc:spChg>
        <pc:spChg chg="mod">
          <ac:chgData name="Pharman Riek kok" userId="d3d3571da4467720" providerId="LiveId" clId="{9654616C-3D34-41E5-857C-286A2FFCA856}" dt="2025-11-18T04:05:38.168" v="106"/>
          <ac:spMkLst>
            <pc:docMk/>
            <pc:sldMk cId="2291562042" sldId="415"/>
            <ac:spMk id="53" creationId="{B19A7606-4426-5FEE-97E9-FFA283B1C614}"/>
          </ac:spMkLst>
        </pc:spChg>
        <pc:spChg chg="mod">
          <ac:chgData name="Pharman Riek kok" userId="d3d3571da4467720" providerId="LiveId" clId="{9654616C-3D34-41E5-857C-286A2FFCA856}" dt="2025-11-18T04:05:38.168" v="106"/>
          <ac:spMkLst>
            <pc:docMk/>
            <pc:sldMk cId="2291562042" sldId="415"/>
            <ac:spMk id="55" creationId="{2758F4D4-2457-8023-E596-39F3B4478B01}"/>
          </ac:spMkLst>
        </pc:spChg>
        <pc:spChg chg="mod">
          <ac:chgData name="Pharman Riek kok" userId="d3d3571da4467720" providerId="LiveId" clId="{9654616C-3D34-41E5-857C-286A2FFCA856}" dt="2025-11-18T04:23:40.271" v="167" actId="1076"/>
          <ac:spMkLst>
            <pc:docMk/>
            <pc:sldMk cId="2291562042" sldId="415"/>
            <ac:spMk id="56" creationId="{755BCBD4-ECAE-DB0C-96E6-CEF3557AA32C}"/>
          </ac:spMkLst>
        </pc:spChg>
        <pc:spChg chg="mod">
          <ac:chgData name="Pharman Riek kok" userId="d3d3571da4467720" providerId="LiveId" clId="{9654616C-3D34-41E5-857C-286A2FFCA856}" dt="2025-11-18T04:05:38.168" v="106"/>
          <ac:spMkLst>
            <pc:docMk/>
            <pc:sldMk cId="2291562042" sldId="415"/>
            <ac:spMk id="57" creationId="{EA81A279-6ACA-2088-4AFE-2893062C2D34}"/>
          </ac:spMkLst>
        </pc:spChg>
        <pc:spChg chg="mod">
          <ac:chgData name="Pharman Riek kok" userId="d3d3571da4467720" providerId="LiveId" clId="{9654616C-3D34-41E5-857C-286A2FFCA856}" dt="2025-11-18T04:05:56.922" v="109" actId="1076"/>
          <ac:spMkLst>
            <pc:docMk/>
            <pc:sldMk cId="2291562042" sldId="415"/>
            <ac:spMk id="58" creationId="{3BB414D0-A907-E0A5-EE26-2F0C29E1F24F}"/>
          </ac:spMkLst>
        </pc:spChg>
        <pc:spChg chg="mod">
          <ac:chgData name="Pharman Riek kok" userId="d3d3571da4467720" providerId="LiveId" clId="{9654616C-3D34-41E5-857C-286A2FFCA856}" dt="2025-11-18T04:05:38.168" v="106"/>
          <ac:spMkLst>
            <pc:docMk/>
            <pc:sldMk cId="2291562042" sldId="415"/>
            <ac:spMk id="59" creationId="{BABA93ED-C47C-052A-DCF9-6423B0A3D4E5}"/>
          </ac:spMkLst>
        </pc:spChg>
        <pc:spChg chg="mod">
          <ac:chgData name="Pharman Riek kok" userId="d3d3571da4467720" providerId="LiveId" clId="{9654616C-3D34-41E5-857C-286A2FFCA856}" dt="2025-11-18T04:05:38.168" v="106"/>
          <ac:spMkLst>
            <pc:docMk/>
            <pc:sldMk cId="2291562042" sldId="415"/>
            <ac:spMk id="60" creationId="{4D9CF04A-E859-90BD-0B02-2327BD7FB903}"/>
          </ac:spMkLst>
        </pc:spChg>
        <pc:spChg chg="add del mod">
          <ac:chgData name="Pharman Riek kok" userId="d3d3571da4467720" providerId="LiveId" clId="{9654616C-3D34-41E5-857C-286A2FFCA856}" dt="2025-11-18T04:25:16.781" v="177" actId="478"/>
          <ac:spMkLst>
            <pc:docMk/>
            <pc:sldMk cId="2291562042" sldId="415"/>
            <ac:spMk id="62" creationId="{4B97E749-1886-EE8A-87BA-CE5FC15D8FE4}"/>
          </ac:spMkLst>
        </pc:spChg>
        <pc:spChg chg="add mod">
          <ac:chgData name="Pharman Riek kok" userId="d3d3571da4467720" providerId="LiveId" clId="{9654616C-3D34-41E5-857C-286A2FFCA856}" dt="2025-11-18T04:26:39.798" v="185" actId="1076"/>
          <ac:spMkLst>
            <pc:docMk/>
            <pc:sldMk cId="2291562042" sldId="415"/>
            <ac:spMk id="63" creationId="{9BF5547D-188E-50F2-A065-69472CFB12E9}"/>
          </ac:spMkLst>
        </pc:spChg>
        <pc:spChg chg="add del mod">
          <ac:chgData name="Pharman Riek kok" userId="d3d3571da4467720" providerId="LiveId" clId="{9654616C-3D34-41E5-857C-286A2FFCA856}" dt="2025-11-18T04:25:29.932" v="180" actId="478"/>
          <ac:spMkLst>
            <pc:docMk/>
            <pc:sldMk cId="2291562042" sldId="415"/>
            <ac:spMk id="64" creationId="{CBA59B00-02A6-6B13-DE79-6FDD12EA3751}"/>
          </ac:spMkLst>
        </pc:spChg>
        <pc:grpChg chg="mod">
          <ac:chgData name="Pharman Riek kok" userId="d3d3571da4467720" providerId="LiveId" clId="{9654616C-3D34-41E5-857C-286A2FFCA856}" dt="2025-11-18T04:26:01.912" v="184" actId="1076"/>
          <ac:grpSpMkLst>
            <pc:docMk/>
            <pc:sldMk cId="2291562042" sldId="415"/>
            <ac:grpSpMk id="28" creationId="{BFE01CFB-5362-757F-1C1C-3C1DEB88931C}"/>
          </ac:grpSpMkLst>
        </pc:grpChg>
      </pc:sldChg>
      <pc:sldChg chg="addSp modSp new mod">
        <pc:chgData name="Pharman Riek kok" userId="d3d3571da4467720" providerId="LiveId" clId="{9654616C-3D34-41E5-857C-286A2FFCA856}" dt="2025-11-18T04:12:20.987" v="144" actId="1076"/>
        <pc:sldMkLst>
          <pc:docMk/>
          <pc:sldMk cId="1467851864" sldId="416"/>
        </pc:sldMkLst>
        <pc:spChg chg="mod">
          <ac:chgData name="Pharman Riek kok" userId="d3d3571da4467720" providerId="LiveId" clId="{9654616C-3D34-41E5-857C-286A2FFCA856}" dt="2025-11-18T04:10:52.659" v="136" actId="1076"/>
          <ac:spMkLst>
            <pc:docMk/>
            <pc:sldMk cId="1467851864" sldId="416"/>
            <ac:spMk id="3" creationId="{D4E0000D-7CB4-CE2D-4C4D-AA885CEB9EA2}"/>
          </ac:spMkLst>
        </pc:spChg>
        <pc:spChg chg="mod">
          <ac:chgData name="Pharman Riek kok" userId="d3d3571da4467720" providerId="LiveId" clId="{9654616C-3D34-41E5-857C-286A2FFCA856}" dt="2025-11-18T04:10:45.943" v="135"/>
          <ac:spMkLst>
            <pc:docMk/>
            <pc:sldMk cId="1467851864" sldId="416"/>
            <ac:spMk id="13" creationId="{E2A332B4-B70A-CFBB-5598-33AFE3B09B72}"/>
          </ac:spMkLst>
        </pc:spChg>
        <pc:spChg chg="mod">
          <ac:chgData name="Pharman Riek kok" userId="d3d3571da4467720" providerId="LiveId" clId="{9654616C-3D34-41E5-857C-286A2FFCA856}" dt="2025-11-18T04:10:45.943" v="135"/>
          <ac:spMkLst>
            <pc:docMk/>
            <pc:sldMk cId="1467851864" sldId="416"/>
            <ac:spMk id="15" creationId="{73ACF06D-8441-6A4A-C485-1912B3CB886A}"/>
          </ac:spMkLst>
        </pc:spChg>
        <pc:spChg chg="mod">
          <ac:chgData name="Pharman Riek kok" userId="d3d3571da4467720" providerId="LiveId" clId="{9654616C-3D34-41E5-857C-286A2FFCA856}" dt="2025-11-18T04:10:45.943" v="135"/>
          <ac:spMkLst>
            <pc:docMk/>
            <pc:sldMk cId="1467851864" sldId="416"/>
            <ac:spMk id="16" creationId="{CA035B6E-E31F-3EE7-A2EC-E320E7632293}"/>
          </ac:spMkLst>
        </pc:spChg>
        <pc:spChg chg="mod">
          <ac:chgData name="Pharman Riek kok" userId="d3d3571da4467720" providerId="LiveId" clId="{9654616C-3D34-41E5-857C-286A2FFCA856}" dt="2025-11-18T04:10:45.943" v="135"/>
          <ac:spMkLst>
            <pc:docMk/>
            <pc:sldMk cId="1467851864" sldId="416"/>
            <ac:spMk id="23" creationId="{BA06F924-BD41-F5CF-4B92-42651B0E2683}"/>
          </ac:spMkLst>
        </pc:spChg>
        <pc:spChg chg="mod">
          <ac:chgData name="Pharman Riek kok" userId="d3d3571da4467720" providerId="LiveId" clId="{9654616C-3D34-41E5-857C-286A2FFCA856}" dt="2025-11-18T04:10:45.943" v="135"/>
          <ac:spMkLst>
            <pc:docMk/>
            <pc:sldMk cId="1467851864" sldId="416"/>
            <ac:spMk id="24" creationId="{0E2B1C95-D173-C41A-4771-B0E148F9D8E2}"/>
          </ac:spMkLst>
        </pc:spChg>
        <pc:spChg chg="mod">
          <ac:chgData name="Pharman Riek kok" userId="d3d3571da4467720" providerId="LiveId" clId="{9654616C-3D34-41E5-857C-286A2FFCA856}" dt="2025-11-18T04:10:45.943" v="135"/>
          <ac:spMkLst>
            <pc:docMk/>
            <pc:sldMk cId="1467851864" sldId="416"/>
            <ac:spMk id="26" creationId="{C76A1E12-FE10-4399-35D0-00F4FACFFA79}"/>
          </ac:spMkLst>
        </pc:spChg>
        <pc:spChg chg="mod">
          <ac:chgData name="Pharman Riek kok" userId="d3d3571da4467720" providerId="LiveId" clId="{9654616C-3D34-41E5-857C-286A2FFCA856}" dt="2025-11-18T04:10:45.943" v="135"/>
          <ac:spMkLst>
            <pc:docMk/>
            <pc:sldMk cId="1467851864" sldId="416"/>
            <ac:spMk id="28" creationId="{22DA090A-42BE-A325-D402-2F15DA6C2344}"/>
          </ac:spMkLst>
        </pc:spChg>
        <pc:spChg chg="mod">
          <ac:chgData name="Pharman Riek kok" userId="d3d3571da4467720" providerId="LiveId" clId="{9654616C-3D34-41E5-857C-286A2FFCA856}" dt="2025-11-18T04:10:45.943" v="135"/>
          <ac:spMkLst>
            <pc:docMk/>
            <pc:sldMk cId="1467851864" sldId="416"/>
            <ac:spMk id="32" creationId="{084B0A25-9D64-851F-F23E-CF989AE6BE14}"/>
          </ac:spMkLst>
        </pc:spChg>
        <pc:spChg chg="mod">
          <ac:chgData name="Pharman Riek kok" userId="d3d3571da4467720" providerId="LiveId" clId="{9654616C-3D34-41E5-857C-286A2FFCA856}" dt="2025-11-18T04:10:45.943" v="135"/>
          <ac:spMkLst>
            <pc:docMk/>
            <pc:sldMk cId="1467851864" sldId="416"/>
            <ac:spMk id="37" creationId="{0B5876F4-445A-AC21-819A-38CEC59E5477}"/>
          </ac:spMkLst>
        </pc:spChg>
        <pc:spChg chg="mod">
          <ac:chgData name="Pharman Riek kok" userId="d3d3571da4467720" providerId="LiveId" clId="{9654616C-3D34-41E5-857C-286A2FFCA856}" dt="2025-11-18T04:12:12.904" v="143"/>
          <ac:spMkLst>
            <pc:docMk/>
            <pc:sldMk cId="1467851864" sldId="416"/>
            <ac:spMk id="43" creationId="{512F1AE6-51C6-EA88-D34B-FAE13F40748D}"/>
          </ac:spMkLst>
        </pc:spChg>
        <pc:spChg chg="mod">
          <ac:chgData name="Pharman Riek kok" userId="d3d3571da4467720" providerId="LiveId" clId="{9654616C-3D34-41E5-857C-286A2FFCA856}" dt="2025-11-18T04:12:12.904" v="143"/>
          <ac:spMkLst>
            <pc:docMk/>
            <pc:sldMk cId="1467851864" sldId="416"/>
            <ac:spMk id="44" creationId="{A90C445D-F87F-D1B5-E1B2-FABAA1082635}"/>
          </ac:spMkLst>
        </pc:spChg>
        <pc:spChg chg="mod">
          <ac:chgData name="Pharman Riek kok" userId="d3d3571da4467720" providerId="LiveId" clId="{9654616C-3D34-41E5-857C-286A2FFCA856}" dt="2025-11-18T04:12:12.904" v="143"/>
          <ac:spMkLst>
            <pc:docMk/>
            <pc:sldMk cId="1467851864" sldId="416"/>
            <ac:spMk id="45" creationId="{E65DD06B-2943-6856-E340-263B526D0DDD}"/>
          </ac:spMkLst>
        </pc:spChg>
        <pc:spChg chg="mod">
          <ac:chgData name="Pharman Riek kok" userId="d3d3571da4467720" providerId="LiveId" clId="{9654616C-3D34-41E5-857C-286A2FFCA856}" dt="2025-11-18T04:12:12.904" v="143"/>
          <ac:spMkLst>
            <pc:docMk/>
            <pc:sldMk cId="1467851864" sldId="416"/>
            <ac:spMk id="46" creationId="{2A023F15-7C81-4A1A-4BEE-3979C1ADF4E8}"/>
          </ac:spMkLst>
        </pc:spChg>
        <pc:grpChg chg="add mod">
          <ac:chgData name="Pharman Riek kok" userId="d3d3571da4467720" providerId="LiveId" clId="{9654616C-3D34-41E5-857C-286A2FFCA856}" dt="2025-11-18T04:12:20.987" v="144" actId="1076"/>
          <ac:grpSpMkLst>
            <pc:docMk/>
            <pc:sldMk cId="1467851864" sldId="416"/>
            <ac:grpSpMk id="41" creationId="{EBE29C68-F149-CFC8-01DF-A2F427CBCD8B}"/>
          </ac:grpSpMkLst>
        </pc:grpChg>
        <pc:picChg chg="mod">
          <ac:chgData name="Pharman Riek kok" userId="d3d3571da4467720" providerId="LiveId" clId="{9654616C-3D34-41E5-857C-286A2FFCA856}" dt="2025-11-18T04:12:12.904" v="143"/>
          <ac:picMkLst>
            <pc:docMk/>
            <pc:sldMk cId="1467851864" sldId="416"/>
            <ac:picMk id="42" creationId="{A2B20A57-F186-88C7-E446-F4C3A45EC511}"/>
          </ac:picMkLst>
        </pc:picChg>
      </pc:sldChg>
      <pc:sldChg chg="addSp modSp new mod">
        <pc:chgData name="Pharman Riek kok" userId="d3d3571da4467720" providerId="LiveId" clId="{9654616C-3D34-41E5-857C-286A2FFCA856}" dt="2025-11-18T04:28:58.631" v="197" actId="1076"/>
        <pc:sldMkLst>
          <pc:docMk/>
          <pc:sldMk cId="541751594" sldId="417"/>
        </pc:sldMkLst>
        <pc:spChg chg="mod">
          <ac:chgData name="Pharman Riek kok" userId="d3d3571da4467720" providerId="LiveId" clId="{9654616C-3D34-41E5-857C-286A2FFCA856}" dt="2025-11-18T04:27:52.835" v="191" actId="1076"/>
          <ac:spMkLst>
            <pc:docMk/>
            <pc:sldMk cId="541751594" sldId="417"/>
            <ac:spMk id="3" creationId="{99C5F879-C8DB-F10C-F14D-65EA4A36C333}"/>
          </ac:spMkLst>
        </pc:spChg>
        <pc:spChg chg="mod">
          <ac:chgData name="Pharman Riek kok" userId="d3d3571da4467720" providerId="LiveId" clId="{9654616C-3D34-41E5-857C-286A2FFCA856}" dt="2025-11-18T04:27:23.673" v="189"/>
          <ac:spMkLst>
            <pc:docMk/>
            <pc:sldMk cId="541751594" sldId="417"/>
            <ac:spMk id="6" creationId="{58EE012B-9FDC-3F9E-4B8F-D1C30B6B764D}"/>
          </ac:spMkLst>
        </pc:spChg>
        <pc:spChg chg="mod">
          <ac:chgData name="Pharman Riek kok" userId="d3d3571da4467720" providerId="LiveId" clId="{9654616C-3D34-41E5-857C-286A2FFCA856}" dt="2025-11-18T04:27:23.673" v="189"/>
          <ac:spMkLst>
            <pc:docMk/>
            <pc:sldMk cId="541751594" sldId="417"/>
            <ac:spMk id="7" creationId="{D6B7D3F3-291D-72B8-8F96-EE946BB7589A}"/>
          </ac:spMkLst>
        </pc:spChg>
        <pc:spChg chg="mod">
          <ac:chgData name="Pharman Riek kok" userId="d3d3571da4467720" providerId="LiveId" clId="{9654616C-3D34-41E5-857C-286A2FFCA856}" dt="2025-11-18T04:27:23.673" v="189"/>
          <ac:spMkLst>
            <pc:docMk/>
            <pc:sldMk cId="541751594" sldId="417"/>
            <ac:spMk id="23" creationId="{1B6BB209-4071-3E1F-6065-126949864FB6}"/>
          </ac:spMkLst>
        </pc:spChg>
        <pc:spChg chg="mod">
          <ac:chgData name="Pharman Riek kok" userId="d3d3571da4467720" providerId="LiveId" clId="{9654616C-3D34-41E5-857C-286A2FFCA856}" dt="2025-11-18T04:27:23.673" v="189"/>
          <ac:spMkLst>
            <pc:docMk/>
            <pc:sldMk cId="541751594" sldId="417"/>
            <ac:spMk id="26" creationId="{CDF36F8D-10CD-163D-ECEA-BA6E3012FC98}"/>
          </ac:spMkLst>
        </pc:spChg>
        <pc:spChg chg="mod">
          <ac:chgData name="Pharman Riek kok" userId="d3d3571da4467720" providerId="LiveId" clId="{9654616C-3D34-41E5-857C-286A2FFCA856}" dt="2025-11-18T04:27:23.673" v="189"/>
          <ac:spMkLst>
            <pc:docMk/>
            <pc:sldMk cId="541751594" sldId="417"/>
            <ac:spMk id="28" creationId="{8488D86C-8B4B-175B-F4F0-18728EFEC3F2}"/>
          </ac:spMkLst>
        </pc:spChg>
        <pc:spChg chg="mod">
          <ac:chgData name="Pharman Riek kok" userId="d3d3571da4467720" providerId="LiveId" clId="{9654616C-3D34-41E5-857C-286A2FFCA856}" dt="2025-11-18T04:27:23.673" v="189"/>
          <ac:spMkLst>
            <pc:docMk/>
            <pc:sldMk cId="541751594" sldId="417"/>
            <ac:spMk id="30" creationId="{6A056093-1B01-A926-20BE-8DF2D14A1BD8}"/>
          </ac:spMkLst>
        </pc:spChg>
        <pc:spChg chg="mod">
          <ac:chgData name="Pharman Riek kok" userId="d3d3571da4467720" providerId="LiveId" clId="{9654616C-3D34-41E5-857C-286A2FFCA856}" dt="2025-11-18T04:27:23.673" v="189"/>
          <ac:spMkLst>
            <pc:docMk/>
            <pc:sldMk cId="541751594" sldId="417"/>
            <ac:spMk id="33" creationId="{F4ABDFEE-A95E-7C5C-F920-909D39227502}"/>
          </ac:spMkLst>
        </pc:spChg>
        <pc:spChg chg="mod">
          <ac:chgData name="Pharman Riek kok" userId="d3d3571da4467720" providerId="LiveId" clId="{9654616C-3D34-41E5-857C-286A2FFCA856}" dt="2025-11-18T04:28:58.631" v="197" actId="1076"/>
          <ac:spMkLst>
            <pc:docMk/>
            <pc:sldMk cId="541751594" sldId="417"/>
            <ac:spMk id="40" creationId="{471DF052-7098-97CA-68F5-BA93061EEB91}"/>
          </ac:spMkLst>
        </pc:spChg>
        <pc:spChg chg="mod">
          <ac:chgData name="Pharman Riek kok" userId="d3d3571da4467720" providerId="LiveId" clId="{9654616C-3D34-41E5-857C-286A2FFCA856}" dt="2025-11-18T04:28:42.605" v="194" actId="1076"/>
          <ac:spMkLst>
            <pc:docMk/>
            <pc:sldMk cId="541751594" sldId="417"/>
            <ac:spMk id="44" creationId="{2D4D3FFB-07CF-7422-A7B7-99257810B5F0}"/>
          </ac:spMkLst>
        </pc:spChg>
        <pc:spChg chg="mod">
          <ac:chgData name="Pharman Riek kok" userId="d3d3571da4467720" providerId="LiveId" clId="{9654616C-3D34-41E5-857C-286A2FFCA856}" dt="2025-11-18T04:28:53.722" v="196" actId="1076"/>
          <ac:spMkLst>
            <pc:docMk/>
            <pc:sldMk cId="541751594" sldId="417"/>
            <ac:spMk id="48" creationId="{F9854120-488A-BC58-09E3-563D06CA103C}"/>
          </ac:spMkLst>
        </pc:spChg>
        <pc:spChg chg="mod">
          <ac:chgData name="Pharman Riek kok" userId="d3d3571da4467720" providerId="LiveId" clId="{9654616C-3D34-41E5-857C-286A2FFCA856}" dt="2025-11-18T04:27:23.673" v="189"/>
          <ac:spMkLst>
            <pc:docMk/>
            <pc:sldMk cId="541751594" sldId="417"/>
            <ac:spMk id="49" creationId="{4BF14E0D-B7C4-22E8-577F-2C30C30CD954}"/>
          </ac:spMkLst>
        </pc:spChg>
        <pc:spChg chg="mod">
          <ac:chgData name="Pharman Riek kok" userId="d3d3571da4467720" providerId="LiveId" clId="{9654616C-3D34-41E5-857C-286A2FFCA856}" dt="2025-11-18T04:28:50.094" v="195" actId="1076"/>
          <ac:spMkLst>
            <pc:docMk/>
            <pc:sldMk cId="541751594" sldId="417"/>
            <ac:spMk id="52" creationId="{0296CCF8-192E-E7B1-DC52-457791A689FB}"/>
          </ac:spMkLst>
        </pc:spChg>
        <pc:grpChg chg="mod">
          <ac:chgData name="Pharman Riek kok" userId="d3d3571da4467720" providerId="LiveId" clId="{9654616C-3D34-41E5-857C-286A2FFCA856}" dt="2025-11-18T04:27:40.138" v="190" actId="1076"/>
          <ac:grpSpMkLst>
            <pc:docMk/>
            <pc:sldMk cId="541751594" sldId="417"/>
            <ac:grpSpMk id="2" creationId="{EE7C2B78-6182-E194-E4C8-8DC4DF9C257A}"/>
          </ac:grpSpMkLst>
        </pc:grpChg>
      </pc:sldChg>
      <pc:sldChg chg="addSp modSp new mod">
        <pc:chgData name="Pharman Riek kok" userId="d3d3571da4467720" providerId="LiveId" clId="{9654616C-3D34-41E5-857C-286A2FFCA856}" dt="2025-11-18T04:30:59.355" v="205" actId="1076"/>
        <pc:sldMkLst>
          <pc:docMk/>
          <pc:sldMk cId="726025846" sldId="418"/>
        </pc:sldMkLst>
        <pc:spChg chg="mod">
          <ac:chgData name="Pharman Riek kok" userId="d3d3571da4467720" providerId="LiveId" clId="{9654616C-3D34-41E5-857C-286A2FFCA856}" dt="2025-11-18T04:30:07.089" v="202" actId="1076"/>
          <ac:spMkLst>
            <pc:docMk/>
            <pc:sldMk cId="726025846" sldId="418"/>
            <ac:spMk id="3" creationId="{3C68FA32-8589-5887-C2D0-80A8F81BF393}"/>
          </ac:spMkLst>
        </pc:spChg>
        <pc:spChg chg="mod">
          <ac:chgData name="Pharman Riek kok" userId="d3d3571da4467720" providerId="LiveId" clId="{9654616C-3D34-41E5-857C-286A2FFCA856}" dt="2025-11-18T04:30:59.355" v="205" actId="1076"/>
          <ac:spMkLst>
            <pc:docMk/>
            <pc:sldMk cId="726025846" sldId="418"/>
            <ac:spMk id="9" creationId="{6D6D6509-E2F3-A497-51F8-BAED1CFAFE80}"/>
          </ac:spMkLst>
        </pc:spChg>
        <pc:spChg chg="mod">
          <ac:chgData name="Pharman Riek kok" userId="d3d3571da4467720" providerId="LiveId" clId="{9654616C-3D34-41E5-857C-286A2FFCA856}" dt="2025-11-18T04:29:40.109" v="199"/>
          <ac:spMkLst>
            <pc:docMk/>
            <pc:sldMk cId="726025846" sldId="418"/>
            <ac:spMk id="11" creationId="{4D9AF9B0-FF01-97DD-1E44-CD89201BF8B4}"/>
          </ac:spMkLst>
        </pc:spChg>
        <pc:spChg chg="mod">
          <ac:chgData name="Pharman Riek kok" userId="d3d3571da4467720" providerId="LiveId" clId="{9654616C-3D34-41E5-857C-286A2FFCA856}" dt="2025-11-18T04:30:43.840" v="204" actId="1076"/>
          <ac:spMkLst>
            <pc:docMk/>
            <pc:sldMk cId="726025846" sldId="418"/>
            <ac:spMk id="13" creationId="{B592FCC7-6703-0845-BAEB-A993332DC67C}"/>
          </ac:spMkLst>
        </pc:spChg>
        <pc:spChg chg="mod">
          <ac:chgData name="Pharman Riek kok" userId="d3d3571da4467720" providerId="LiveId" clId="{9654616C-3D34-41E5-857C-286A2FFCA856}" dt="2025-11-18T04:30:13.190" v="203" actId="14100"/>
          <ac:spMkLst>
            <pc:docMk/>
            <pc:sldMk cId="726025846" sldId="418"/>
            <ac:spMk id="14" creationId="{2841D1C2-A378-FE8A-1C22-EABF88BA4FBB}"/>
          </ac:spMkLst>
        </pc:spChg>
        <pc:spChg chg="mod">
          <ac:chgData name="Pharman Riek kok" userId="d3d3571da4467720" providerId="LiveId" clId="{9654616C-3D34-41E5-857C-286A2FFCA856}" dt="2025-11-18T04:29:40.109" v="199"/>
          <ac:spMkLst>
            <pc:docMk/>
            <pc:sldMk cId="726025846" sldId="418"/>
            <ac:spMk id="18" creationId="{D81A6EC3-0E1C-21E0-9426-A79F911A810A}"/>
          </ac:spMkLst>
        </pc:spChg>
        <pc:spChg chg="mod">
          <ac:chgData name="Pharman Riek kok" userId="d3d3571da4467720" providerId="LiveId" clId="{9654616C-3D34-41E5-857C-286A2FFCA856}" dt="2025-11-18T04:29:58.458" v="201" actId="1076"/>
          <ac:spMkLst>
            <pc:docMk/>
            <pc:sldMk cId="726025846" sldId="418"/>
            <ac:spMk id="22" creationId="{F18806FA-2E64-089F-799F-4B6FF1BF704F}"/>
          </ac:spMkLst>
        </pc:spChg>
        <pc:spChg chg="mod">
          <ac:chgData name="Pharman Riek kok" userId="d3d3571da4467720" providerId="LiveId" clId="{9654616C-3D34-41E5-857C-286A2FFCA856}" dt="2025-11-18T04:29:40.109" v="199"/>
          <ac:spMkLst>
            <pc:docMk/>
            <pc:sldMk cId="726025846" sldId="418"/>
            <ac:spMk id="23" creationId="{85DC2E52-36EB-331E-A161-D792D0F2AE0A}"/>
          </ac:spMkLst>
        </pc:spChg>
        <pc:spChg chg="mod">
          <ac:chgData name="Pharman Riek kok" userId="d3d3571da4467720" providerId="LiveId" clId="{9654616C-3D34-41E5-857C-286A2FFCA856}" dt="2025-11-18T04:29:48.792" v="200" actId="1076"/>
          <ac:spMkLst>
            <pc:docMk/>
            <pc:sldMk cId="726025846" sldId="418"/>
            <ac:spMk id="24" creationId="{7192D251-4995-5EA2-B1A9-3867EF9E5A15}"/>
          </ac:spMkLst>
        </pc:spChg>
        <pc:spChg chg="mod">
          <ac:chgData name="Pharman Riek kok" userId="d3d3571da4467720" providerId="LiveId" clId="{9654616C-3D34-41E5-857C-286A2FFCA856}" dt="2025-11-18T04:29:40.109" v="199"/>
          <ac:spMkLst>
            <pc:docMk/>
            <pc:sldMk cId="726025846" sldId="418"/>
            <ac:spMk id="27" creationId="{FAE503F9-FF43-BA55-5856-C3E4751FB49F}"/>
          </ac:spMkLst>
        </pc:spChg>
        <pc:spChg chg="mod">
          <ac:chgData name="Pharman Riek kok" userId="d3d3571da4467720" providerId="LiveId" clId="{9654616C-3D34-41E5-857C-286A2FFCA856}" dt="2025-11-18T04:29:40.109" v="199"/>
          <ac:spMkLst>
            <pc:docMk/>
            <pc:sldMk cId="726025846" sldId="418"/>
            <ac:spMk id="36" creationId="{AAFB3855-BC0B-7D47-D76E-F9C86DE16A3F}"/>
          </ac:spMkLst>
        </pc:spChg>
      </pc:sldChg>
      <pc:sldChg chg="addSp modSp new mod">
        <pc:chgData name="Pharman Riek kok" userId="d3d3571da4467720" providerId="LiveId" clId="{9654616C-3D34-41E5-857C-286A2FFCA856}" dt="2025-11-18T04:34:13.866" v="223" actId="1076"/>
        <pc:sldMkLst>
          <pc:docMk/>
          <pc:sldMk cId="885487095" sldId="419"/>
        </pc:sldMkLst>
        <pc:spChg chg="mod">
          <ac:chgData name="Pharman Riek kok" userId="d3d3571da4467720" providerId="LiveId" clId="{9654616C-3D34-41E5-857C-286A2FFCA856}" dt="2025-11-18T04:31:41.054" v="210" actId="1076"/>
          <ac:spMkLst>
            <pc:docMk/>
            <pc:sldMk cId="885487095" sldId="419"/>
            <ac:spMk id="3" creationId="{2B0FA99E-DCF6-9C5D-654A-C7787F9E248E}"/>
          </ac:spMkLst>
        </pc:spChg>
        <pc:spChg chg="mod">
          <ac:chgData name="Pharman Riek kok" userId="d3d3571da4467720" providerId="LiveId" clId="{9654616C-3D34-41E5-857C-286A2FFCA856}" dt="2025-11-18T04:32:16.982" v="215" actId="14100"/>
          <ac:spMkLst>
            <pc:docMk/>
            <pc:sldMk cId="885487095" sldId="419"/>
            <ac:spMk id="6" creationId="{E7B3DFB8-FCB4-9AAE-7AD4-45CB2D0CECEF}"/>
          </ac:spMkLst>
        </pc:spChg>
        <pc:spChg chg="mod">
          <ac:chgData name="Pharman Riek kok" userId="d3d3571da4467720" providerId="LiveId" clId="{9654616C-3D34-41E5-857C-286A2FFCA856}" dt="2025-11-18T04:31:32.937" v="209"/>
          <ac:spMkLst>
            <pc:docMk/>
            <pc:sldMk cId="885487095" sldId="419"/>
            <ac:spMk id="7" creationId="{78012F84-A425-2B58-2279-447B075526E7}"/>
          </ac:spMkLst>
        </pc:spChg>
        <pc:spChg chg="mod">
          <ac:chgData name="Pharman Riek kok" userId="d3d3571da4467720" providerId="LiveId" clId="{9654616C-3D34-41E5-857C-286A2FFCA856}" dt="2025-11-18T04:32:08.312" v="214" actId="14100"/>
          <ac:spMkLst>
            <pc:docMk/>
            <pc:sldMk cId="885487095" sldId="419"/>
            <ac:spMk id="8" creationId="{3D4FBF91-DC34-385E-FD60-61FEAF975729}"/>
          </ac:spMkLst>
        </pc:spChg>
        <pc:spChg chg="mod">
          <ac:chgData name="Pharman Riek kok" userId="d3d3571da4467720" providerId="LiveId" clId="{9654616C-3D34-41E5-857C-286A2FFCA856}" dt="2025-11-18T04:31:32.937" v="209"/>
          <ac:spMkLst>
            <pc:docMk/>
            <pc:sldMk cId="885487095" sldId="419"/>
            <ac:spMk id="9" creationId="{969DAAED-7224-C711-1FB1-E2410C4B0BDB}"/>
          </ac:spMkLst>
        </pc:spChg>
        <pc:spChg chg="mod">
          <ac:chgData name="Pharman Riek kok" userId="d3d3571da4467720" providerId="LiveId" clId="{9654616C-3D34-41E5-857C-286A2FFCA856}" dt="2025-11-18T04:31:32.937" v="209"/>
          <ac:spMkLst>
            <pc:docMk/>
            <pc:sldMk cId="885487095" sldId="419"/>
            <ac:spMk id="12" creationId="{E360A3F9-B108-F1B1-84E3-ED15AA84F46F}"/>
          </ac:spMkLst>
        </pc:spChg>
        <pc:spChg chg="mod">
          <ac:chgData name="Pharman Riek kok" userId="d3d3571da4467720" providerId="LiveId" clId="{9654616C-3D34-41E5-857C-286A2FFCA856}" dt="2025-11-18T04:31:32.937" v="209"/>
          <ac:spMkLst>
            <pc:docMk/>
            <pc:sldMk cId="885487095" sldId="419"/>
            <ac:spMk id="15" creationId="{BBCC338C-CCBD-C800-DA6E-D7B1074ECF84}"/>
          </ac:spMkLst>
        </pc:spChg>
        <pc:spChg chg="mod">
          <ac:chgData name="Pharman Riek kok" userId="d3d3571da4467720" providerId="LiveId" clId="{9654616C-3D34-41E5-857C-286A2FFCA856}" dt="2025-11-18T04:31:32.937" v="209"/>
          <ac:spMkLst>
            <pc:docMk/>
            <pc:sldMk cId="885487095" sldId="419"/>
            <ac:spMk id="17" creationId="{0EB8C843-72F8-CF48-21C0-031C417EDF19}"/>
          </ac:spMkLst>
        </pc:spChg>
        <pc:spChg chg="mod">
          <ac:chgData name="Pharman Riek kok" userId="d3d3571da4467720" providerId="LiveId" clId="{9654616C-3D34-41E5-857C-286A2FFCA856}" dt="2025-11-18T04:31:52.171" v="212" actId="1076"/>
          <ac:spMkLst>
            <pc:docMk/>
            <pc:sldMk cId="885487095" sldId="419"/>
            <ac:spMk id="18" creationId="{CA19E582-78A3-156C-21D5-E128BBF2495B}"/>
          </ac:spMkLst>
        </pc:spChg>
        <pc:spChg chg="mod">
          <ac:chgData name="Pharman Riek kok" userId="d3d3571da4467720" providerId="LiveId" clId="{9654616C-3D34-41E5-857C-286A2FFCA856}" dt="2025-11-18T04:31:32.937" v="209"/>
          <ac:spMkLst>
            <pc:docMk/>
            <pc:sldMk cId="885487095" sldId="419"/>
            <ac:spMk id="19" creationId="{2F0B4136-4920-43A7-B795-683831634D62}"/>
          </ac:spMkLst>
        </pc:spChg>
        <pc:spChg chg="mod">
          <ac:chgData name="Pharman Riek kok" userId="d3d3571da4467720" providerId="LiveId" clId="{9654616C-3D34-41E5-857C-286A2FFCA856}" dt="2025-11-18T04:31:46.126" v="211" actId="1076"/>
          <ac:spMkLst>
            <pc:docMk/>
            <pc:sldMk cId="885487095" sldId="419"/>
            <ac:spMk id="20" creationId="{D0B771E6-70F2-8462-7327-00348E105F4C}"/>
          </ac:spMkLst>
        </pc:spChg>
        <pc:spChg chg="mod">
          <ac:chgData name="Pharman Riek kok" userId="d3d3571da4467720" providerId="LiveId" clId="{9654616C-3D34-41E5-857C-286A2FFCA856}" dt="2025-11-18T04:32:33.493" v="216" actId="1076"/>
          <ac:spMkLst>
            <pc:docMk/>
            <pc:sldMk cId="885487095" sldId="419"/>
            <ac:spMk id="22" creationId="{53531C5A-3ACB-9C61-2E1D-E0698049F2D7}"/>
          </ac:spMkLst>
        </pc:spChg>
        <pc:spChg chg="mod">
          <ac:chgData name="Pharman Riek kok" userId="d3d3571da4467720" providerId="LiveId" clId="{9654616C-3D34-41E5-857C-286A2FFCA856}" dt="2025-11-18T04:33:39.430" v="218" actId="1076"/>
          <ac:spMkLst>
            <pc:docMk/>
            <pc:sldMk cId="885487095" sldId="419"/>
            <ac:spMk id="25" creationId="{28D2101F-815E-FD7A-7E8B-45B5DA99CCBE}"/>
          </ac:spMkLst>
        </pc:spChg>
        <pc:spChg chg="mod">
          <ac:chgData name="Pharman Riek kok" userId="d3d3571da4467720" providerId="LiveId" clId="{9654616C-3D34-41E5-857C-286A2FFCA856}" dt="2025-11-18T04:34:05.781" v="222" actId="14100"/>
          <ac:spMkLst>
            <pc:docMk/>
            <pc:sldMk cId="885487095" sldId="419"/>
            <ac:spMk id="26" creationId="{54B9862C-77DB-1C13-586D-9D062F2222FA}"/>
          </ac:spMkLst>
        </pc:spChg>
        <pc:spChg chg="mod">
          <ac:chgData name="Pharman Riek kok" userId="d3d3571da4467720" providerId="LiveId" clId="{9654616C-3D34-41E5-857C-286A2FFCA856}" dt="2025-11-18T04:31:32.937" v="209"/>
          <ac:spMkLst>
            <pc:docMk/>
            <pc:sldMk cId="885487095" sldId="419"/>
            <ac:spMk id="28" creationId="{A5BC9075-3DF1-E2CB-0012-28FCB467A6D1}"/>
          </ac:spMkLst>
        </pc:spChg>
        <pc:spChg chg="mod">
          <ac:chgData name="Pharman Riek kok" userId="d3d3571da4467720" providerId="LiveId" clId="{9654616C-3D34-41E5-857C-286A2FFCA856}" dt="2025-11-18T04:33:33.985" v="217" actId="1076"/>
          <ac:spMkLst>
            <pc:docMk/>
            <pc:sldMk cId="885487095" sldId="419"/>
            <ac:spMk id="29" creationId="{141D3D72-BF2D-30E8-DE39-7F367D78FB57}"/>
          </ac:spMkLst>
        </pc:spChg>
        <pc:spChg chg="mod">
          <ac:chgData name="Pharman Riek kok" userId="d3d3571da4467720" providerId="LiveId" clId="{9654616C-3D34-41E5-857C-286A2FFCA856}" dt="2025-11-18T04:33:57.579" v="221" actId="1076"/>
          <ac:spMkLst>
            <pc:docMk/>
            <pc:sldMk cId="885487095" sldId="419"/>
            <ac:spMk id="30" creationId="{5AA4EBF0-A5C5-2BB7-52F5-246D2AAC8E17}"/>
          </ac:spMkLst>
        </pc:spChg>
        <pc:spChg chg="mod">
          <ac:chgData name="Pharman Riek kok" userId="d3d3571da4467720" providerId="LiveId" clId="{9654616C-3D34-41E5-857C-286A2FFCA856}" dt="2025-11-18T04:34:13.866" v="223" actId="1076"/>
          <ac:spMkLst>
            <pc:docMk/>
            <pc:sldMk cId="885487095" sldId="419"/>
            <ac:spMk id="34" creationId="{836069C9-47ED-C29A-68C0-85AC57550AA9}"/>
          </ac:spMkLst>
        </pc:spChg>
        <pc:spChg chg="mod">
          <ac:chgData name="Pharman Riek kok" userId="d3d3571da4467720" providerId="LiveId" clId="{9654616C-3D34-41E5-857C-286A2FFCA856}" dt="2025-11-18T04:31:32.937" v="209"/>
          <ac:spMkLst>
            <pc:docMk/>
            <pc:sldMk cId="885487095" sldId="419"/>
            <ac:spMk id="36" creationId="{67CDEC6C-CA30-E8CA-2B78-735C4A5211AA}"/>
          </ac:spMkLst>
        </pc:spChg>
      </pc:sldChg>
      <pc:sldChg chg="addSp modSp new mod">
        <pc:chgData name="Pharman Riek kok" userId="d3d3571da4467720" providerId="LiveId" clId="{9654616C-3D34-41E5-857C-286A2FFCA856}" dt="2025-11-18T04:36:14.954" v="232" actId="1076"/>
        <pc:sldMkLst>
          <pc:docMk/>
          <pc:sldMk cId="3930440862" sldId="420"/>
        </pc:sldMkLst>
        <pc:spChg chg="mod">
          <ac:chgData name="Pharman Riek kok" userId="d3d3571da4467720" providerId="LiveId" clId="{9654616C-3D34-41E5-857C-286A2FFCA856}" dt="2025-11-18T04:36:14.954" v="232" actId="1076"/>
          <ac:spMkLst>
            <pc:docMk/>
            <pc:sldMk cId="3930440862" sldId="420"/>
            <ac:spMk id="3" creationId="{A0A8AC0D-7AB6-0C2F-AEDD-27DB9C3E2CCF}"/>
          </ac:spMkLst>
        </pc:spChg>
        <pc:spChg chg="mod">
          <ac:chgData name="Pharman Riek kok" userId="d3d3571da4467720" providerId="LiveId" clId="{9654616C-3D34-41E5-857C-286A2FFCA856}" dt="2025-11-18T04:35:10.676" v="227"/>
          <ac:spMkLst>
            <pc:docMk/>
            <pc:sldMk cId="3930440862" sldId="420"/>
            <ac:spMk id="12" creationId="{C2B0AA8A-0F70-3F70-598A-414AE5DD5A99}"/>
          </ac:spMkLst>
        </pc:spChg>
        <pc:spChg chg="mod">
          <ac:chgData name="Pharman Riek kok" userId="d3d3571da4467720" providerId="LiveId" clId="{9654616C-3D34-41E5-857C-286A2FFCA856}" dt="2025-11-18T04:35:10.676" v="227"/>
          <ac:spMkLst>
            <pc:docMk/>
            <pc:sldMk cId="3930440862" sldId="420"/>
            <ac:spMk id="14" creationId="{4EC13826-3485-B005-3E5F-F85C60E36269}"/>
          </ac:spMkLst>
        </pc:spChg>
        <pc:spChg chg="mod">
          <ac:chgData name="Pharman Riek kok" userId="d3d3571da4467720" providerId="LiveId" clId="{9654616C-3D34-41E5-857C-286A2FFCA856}" dt="2025-11-18T04:35:10.676" v="227"/>
          <ac:spMkLst>
            <pc:docMk/>
            <pc:sldMk cId="3930440862" sldId="420"/>
            <ac:spMk id="16" creationId="{D23C05D1-D07C-91C6-E4E1-32D5C3FAC444}"/>
          </ac:spMkLst>
        </pc:spChg>
        <pc:spChg chg="mod">
          <ac:chgData name="Pharman Riek kok" userId="d3d3571da4467720" providerId="LiveId" clId="{9654616C-3D34-41E5-857C-286A2FFCA856}" dt="2025-11-18T04:35:10.676" v="227"/>
          <ac:spMkLst>
            <pc:docMk/>
            <pc:sldMk cId="3930440862" sldId="420"/>
            <ac:spMk id="18" creationId="{95E0B8CE-F4BA-403A-C3A9-138DA35389ED}"/>
          </ac:spMkLst>
        </pc:spChg>
        <pc:spChg chg="mod">
          <ac:chgData name="Pharman Riek kok" userId="d3d3571da4467720" providerId="LiveId" clId="{9654616C-3D34-41E5-857C-286A2FFCA856}" dt="2025-11-18T04:35:10.676" v="227"/>
          <ac:spMkLst>
            <pc:docMk/>
            <pc:sldMk cId="3930440862" sldId="420"/>
            <ac:spMk id="25" creationId="{9A5AD240-A970-695D-3131-B0998FA4ACF4}"/>
          </ac:spMkLst>
        </pc:spChg>
        <pc:spChg chg="mod">
          <ac:chgData name="Pharman Riek kok" userId="d3d3571da4467720" providerId="LiveId" clId="{9654616C-3D34-41E5-857C-286A2FFCA856}" dt="2025-11-18T04:35:10.676" v="227"/>
          <ac:spMkLst>
            <pc:docMk/>
            <pc:sldMk cId="3930440862" sldId="420"/>
            <ac:spMk id="27" creationId="{D9C4E03E-925F-E898-6E0C-B2AD38297564}"/>
          </ac:spMkLst>
        </pc:spChg>
        <pc:spChg chg="mod">
          <ac:chgData name="Pharman Riek kok" userId="d3d3571da4467720" providerId="LiveId" clId="{9654616C-3D34-41E5-857C-286A2FFCA856}" dt="2025-11-18T04:35:10.676" v="227"/>
          <ac:spMkLst>
            <pc:docMk/>
            <pc:sldMk cId="3930440862" sldId="420"/>
            <ac:spMk id="32" creationId="{D692FB53-67C1-6A1F-94B5-EE6586DABC07}"/>
          </ac:spMkLst>
        </pc:spChg>
        <pc:spChg chg="mod">
          <ac:chgData name="Pharman Riek kok" userId="d3d3571da4467720" providerId="LiveId" clId="{9654616C-3D34-41E5-857C-286A2FFCA856}" dt="2025-11-18T04:35:52.077" v="231" actId="1076"/>
          <ac:spMkLst>
            <pc:docMk/>
            <pc:sldMk cId="3930440862" sldId="420"/>
            <ac:spMk id="33" creationId="{6D6226A0-624B-8799-B77C-B4C277E3AC67}"/>
          </ac:spMkLst>
        </pc:spChg>
        <pc:spChg chg="mod">
          <ac:chgData name="Pharman Riek kok" userId="d3d3571da4467720" providerId="LiveId" clId="{9654616C-3D34-41E5-857C-286A2FFCA856}" dt="2025-11-18T04:35:46.018" v="229" actId="1076"/>
          <ac:spMkLst>
            <pc:docMk/>
            <pc:sldMk cId="3930440862" sldId="420"/>
            <ac:spMk id="35" creationId="{CA586824-43AC-F72E-912B-61FBC1F65AF4}"/>
          </ac:spMkLst>
        </pc:spChg>
        <pc:spChg chg="mod">
          <ac:chgData name="Pharman Riek kok" userId="d3d3571da4467720" providerId="LiveId" clId="{9654616C-3D34-41E5-857C-286A2FFCA856}" dt="2025-11-18T04:35:10.676" v="227"/>
          <ac:spMkLst>
            <pc:docMk/>
            <pc:sldMk cId="3930440862" sldId="420"/>
            <ac:spMk id="38" creationId="{3A7E8D62-72C0-ACF7-395E-F08FC545524C}"/>
          </ac:spMkLst>
        </pc:spChg>
        <pc:spChg chg="mod">
          <ac:chgData name="Pharman Riek kok" userId="d3d3571da4467720" providerId="LiveId" clId="{9654616C-3D34-41E5-857C-286A2FFCA856}" dt="2025-11-18T04:35:10.676" v="227"/>
          <ac:spMkLst>
            <pc:docMk/>
            <pc:sldMk cId="3930440862" sldId="420"/>
            <ac:spMk id="42" creationId="{2FBC05CD-608E-B8CC-A30B-459B6BA5650C}"/>
          </ac:spMkLst>
        </pc:spChg>
        <pc:spChg chg="mod">
          <ac:chgData name="Pharman Riek kok" userId="d3d3571da4467720" providerId="LiveId" clId="{9654616C-3D34-41E5-857C-286A2FFCA856}" dt="2025-11-18T04:35:10.676" v="227"/>
          <ac:spMkLst>
            <pc:docMk/>
            <pc:sldMk cId="3930440862" sldId="420"/>
            <ac:spMk id="46" creationId="{0286237F-D687-98EF-5900-CAF7D835CB65}"/>
          </ac:spMkLst>
        </pc:spChg>
        <pc:grpChg chg="mod">
          <ac:chgData name="Pharman Riek kok" userId="d3d3571da4467720" providerId="LiveId" clId="{9654616C-3D34-41E5-857C-286A2FFCA856}" dt="2025-11-18T04:35:24.810" v="228" actId="1076"/>
          <ac:grpSpMkLst>
            <pc:docMk/>
            <pc:sldMk cId="3930440862" sldId="420"/>
            <ac:grpSpMk id="2" creationId="{FF8E3978-5B5C-6BE1-069C-F99CF9A3E367}"/>
          </ac:grpSpMkLst>
        </pc:grpChg>
      </pc:sldChg>
      <pc:sldChg chg="addSp modSp new mod">
        <pc:chgData name="Pharman Riek kok" userId="d3d3571da4467720" providerId="LiveId" clId="{9654616C-3D34-41E5-857C-286A2FFCA856}" dt="2025-11-18T04:39:24.359" v="247" actId="1076"/>
        <pc:sldMkLst>
          <pc:docMk/>
          <pc:sldMk cId="1668668529" sldId="421"/>
        </pc:sldMkLst>
        <pc:spChg chg="mod">
          <ac:chgData name="Pharman Riek kok" userId="d3d3571da4467720" providerId="LiveId" clId="{9654616C-3D34-41E5-857C-286A2FFCA856}" dt="2025-11-18T04:37:25.167" v="237"/>
          <ac:spMkLst>
            <pc:docMk/>
            <pc:sldMk cId="1668668529" sldId="421"/>
            <ac:spMk id="3" creationId="{66EFD06E-1DBD-9B79-3683-B12145B9BB4A}"/>
          </ac:spMkLst>
        </pc:spChg>
        <pc:spChg chg="mod">
          <ac:chgData name="Pharman Riek kok" userId="d3d3571da4467720" providerId="LiveId" clId="{9654616C-3D34-41E5-857C-286A2FFCA856}" dt="2025-11-18T04:37:25.167" v="237"/>
          <ac:spMkLst>
            <pc:docMk/>
            <pc:sldMk cId="1668668529" sldId="421"/>
            <ac:spMk id="4" creationId="{0B0B9171-7C6C-14F2-8A92-7790D4C0778D}"/>
          </ac:spMkLst>
        </pc:spChg>
        <pc:spChg chg="mod">
          <ac:chgData name="Pharman Riek kok" userId="d3d3571da4467720" providerId="LiveId" clId="{9654616C-3D34-41E5-857C-286A2FFCA856}" dt="2025-11-18T04:37:25.167" v="237"/>
          <ac:spMkLst>
            <pc:docMk/>
            <pc:sldMk cId="1668668529" sldId="421"/>
            <ac:spMk id="7" creationId="{B41F1F88-5592-1AEA-9682-FC14C2B3FBE9}"/>
          </ac:spMkLst>
        </pc:spChg>
        <pc:spChg chg="mod">
          <ac:chgData name="Pharman Riek kok" userId="d3d3571da4467720" providerId="LiveId" clId="{9654616C-3D34-41E5-857C-286A2FFCA856}" dt="2025-11-18T04:37:25.167" v="237"/>
          <ac:spMkLst>
            <pc:docMk/>
            <pc:sldMk cId="1668668529" sldId="421"/>
            <ac:spMk id="10" creationId="{15188FF7-C31C-7E1F-4AE7-ADAB241CEF02}"/>
          </ac:spMkLst>
        </pc:spChg>
        <pc:spChg chg="mod">
          <ac:chgData name="Pharman Riek kok" userId="d3d3571da4467720" providerId="LiveId" clId="{9654616C-3D34-41E5-857C-286A2FFCA856}" dt="2025-11-18T04:37:25.167" v="237"/>
          <ac:spMkLst>
            <pc:docMk/>
            <pc:sldMk cId="1668668529" sldId="421"/>
            <ac:spMk id="11" creationId="{FEFD9514-476A-1ADC-C0DD-63D14812DC90}"/>
          </ac:spMkLst>
        </pc:spChg>
        <pc:spChg chg="mod">
          <ac:chgData name="Pharman Riek kok" userId="d3d3571da4467720" providerId="LiveId" clId="{9654616C-3D34-41E5-857C-286A2FFCA856}" dt="2025-11-18T04:37:25.167" v="237"/>
          <ac:spMkLst>
            <pc:docMk/>
            <pc:sldMk cId="1668668529" sldId="421"/>
            <ac:spMk id="13" creationId="{9C5C2455-CB70-DF09-594D-88BED2893F01}"/>
          </ac:spMkLst>
        </pc:spChg>
        <pc:spChg chg="mod">
          <ac:chgData name="Pharman Riek kok" userId="d3d3571da4467720" providerId="LiveId" clId="{9654616C-3D34-41E5-857C-286A2FFCA856}" dt="2025-11-18T04:37:25.167" v="237"/>
          <ac:spMkLst>
            <pc:docMk/>
            <pc:sldMk cId="1668668529" sldId="421"/>
            <ac:spMk id="19" creationId="{9C75BDD6-500C-55F7-1DB4-FBAD9BF9DBEE}"/>
          </ac:spMkLst>
        </pc:spChg>
        <pc:spChg chg="mod">
          <ac:chgData name="Pharman Riek kok" userId="d3d3571da4467720" providerId="LiveId" clId="{9654616C-3D34-41E5-857C-286A2FFCA856}" dt="2025-11-18T04:37:25.167" v="237"/>
          <ac:spMkLst>
            <pc:docMk/>
            <pc:sldMk cId="1668668529" sldId="421"/>
            <ac:spMk id="23" creationId="{CFAE470B-D81D-254E-16AE-B79919728C1D}"/>
          </ac:spMkLst>
        </pc:spChg>
        <pc:spChg chg="mod">
          <ac:chgData name="Pharman Riek kok" userId="d3d3571da4467720" providerId="LiveId" clId="{9654616C-3D34-41E5-857C-286A2FFCA856}" dt="2025-11-18T04:37:25.167" v="237"/>
          <ac:spMkLst>
            <pc:docMk/>
            <pc:sldMk cId="1668668529" sldId="421"/>
            <ac:spMk id="24" creationId="{0DB200E0-D7ED-1DB0-C9F3-2F4EB4AC8F71}"/>
          </ac:spMkLst>
        </pc:spChg>
        <pc:spChg chg="mod">
          <ac:chgData name="Pharman Riek kok" userId="d3d3571da4467720" providerId="LiveId" clId="{9654616C-3D34-41E5-857C-286A2FFCA856}" dt="2025-11-18T04:37:25.167" v="237"/>
          <ac:spMkLst>
            <pc:docMk/>
            <pc:sldMk cId="1668668529" sldId="421"/>
            <ac:spMk id="30" creationId="{3A6C8D03-B85E-DC5C-7641-3EB2C0571A8B}"/>
          </ac:spMkLst>
        </pc:spChg>
        <pc:spChg chg="mod">
          <ac:chgData name="Pharman Riek kok" userId="d3d3571da4467720" providerId="LiveId" clId="{9654616C-3D34-41E5-857C-286A2FFCA856}" dt="2025-11-18T04:38:36.473" v="240"/>
          <ac:spMkLst>
            <pc:docMk/>
            <pc:sldMk cId="1668668529" sldId="421"/>
            <ac:spMk id="33" creationId="{CD6AD0DF-BEDF-F3C5-4146-DB149FE28248}"/>
          </ac:spMkLst>
        </pc:spChg>
        <pc:spChg chg="mod">
          <ac:chgData name="Pharman Riek kok" userId="d3d3571da4467720" providerId="LiveId" clId="{9654616C-3D34-41E5-857C-286A2FFCA856}" dt="2025-11-18T04:38:36.473" v="240"/>
          <ac:spMkLst>
            <pc:docMk/>
            <pc:sldMk cId="1668668529" sldId="421"/>
            <ac:spMk id="36" creationId="{E1912DBC-0AB8-155F-8312-A892ED0323BE}"/>
          </ac:spMkLst>
        </pc:spChg>
        <pc:spChg chg="mod">
          <ac:chgData name="Pharman Riek kok" userId="d3d3571da4467720" providerId="LiveId" clId="{9654616C-3D34-41E5-857C-286A2FFCA856}" dt="2025-11-18T04:38:36.473" v="240"/>
          <ac:spMkLst>
            <pc:docMk/>
            <pc:sldMk cId="1668668529" sldId="421"/>
            <ac:spMk id="37" creationId="{FD82D9F3-1576-5D8F-3F61-55C4A4028D58}"/>
          </ac:spMkLst>
        </pc:spChg>
        <pc:spChg chg="mod">
          <ac:chgData name="Pharman Riek kok" userId="d3d3571da4467720" providerId="LiveId" clId="{9654616C-3D34-41E5-857C-286A2FFCA856}" dt="2025-11-18T04:38:36.473" v="240"/>
          <ac:spMkLst>
            <pc:docMk/>
            <pc:sldMk cId="1668668529" sldId="421"/>
            <ac:spMk id="45" creationId="{AC5D961B-2E28-2A46-9680-3E7472A47EC8}"/>
          </ac:spMkLst>
        </pc:spChg>
        <pc:spChg chg="mod">
          <ac:chgData name="Pharman Riek kok" userId="d3d3571da4467720" providerId="LiveId" clId="{9654616C-3D34-41E5-857C-286A2FFCA856}" dt="2025-11-18T04:38:36.473" v="240"/>
          <ac:spMkLst>
            <pc:docMk/>
            <pc:sldMk cId="1668668529" sldId="421"/>
            <ac:spMk id="46" creationId="{4C1E5EC6-F121-4CF8-7C23-B636E8215955}"/>
          </ac:spMkLst>
        </pc:spChg>
        <pc:spChg chg="mod">
          <ac:chgData name="Pharman Riek kok" userId="d3d3571da4467720" providerId="LiveId" clId="{9654616C-3D34-41E5-857C-286A2FFCA856}" dt="2025-11-18T04:38:36.473" v="240"/>
          <ac:spMkLst>
            <pc:docMk/>
            <pc:sldMk cId="1668668529" sldId="421"/>
            <ac:spMk id="49" creationId="{761B9C0C-76F2-8EBB-9E79-3EB548E477FF}"/>
          </ac:spMkLst>
        </pc:spChg>
        <pc:spChg chg="mod">
          <ac:chgData name="Pharman Riek kok" userId="d3d3571da4467720" providerId="LiveId" clId="{9654616C-3D34-41E5-857C-286A2FFCA856}" dt="2025-11-18T04:38:36.473" v="240"/>
          <ac:spMkLst>
            <pc:docMk/>
            <pc:sldMk cId="1668668529" sldId="421"/>
            <ac:spMk id="62" creationId="{92534681-066C-B278-DCC2-3F50BB5568C5}"/>
          </ac:spMkLst>
        </pc:spChg>
        <pc:spChg chg="mod">
          <ac:chgData name="Pharman Riek kok" userId="d3d3571da4467720" providerId="LiveId" clId="{9654616C-3D34-41E5-857C-286A2FFCA856}" dt="2025-11-18T04:38:36.473" v="240"/>
          <ac:spMkLst>
            <pc:docMk/>
            <pc:sldMk cId="1668668529" sldId="421"/>
            <ac:spMk id="70" creationId="{C022D521-A85D-CB0F-68E0-1551BAF6DCB0}"/>
          </ac:spMkLst>
        </pc:spChg>
        <pc:spChg chg="mod">
          <ac:chgData name="Pharman Riek kok" userId="d3d3571da4467720" providerId="LiveId" clId="{9654616C-3D34-41E5-857C-286A2FFCA856}" dt="2025-11-18T04:38:36.473" v="240"/>
          <ac:spMkLst>
            <pc:docMk/>
            <pc:sldMk cId="1668668529" sldId="421"/>
            <ac:spMk id="74" creationId="{2BB0C7FF-BEE2-158A-2145-5CCBE1AE0B8F}"/>
          </ac:spMkLst>
        </pc:spChg>
        <pc:spChg chg="mod">
          <ac:chgData name="Pharman Riek kok" userId="d3d3571da4467720" providerId="LiveId" clId="{9654616C-3D34-41E5-857C-286A2FFCA856}" dt="2025-11-18T04:38:36.473" v="240"/>
          <ac:spMkLst>
            <pc:docMk/>
            <pc:sldMk cId="1668668529" sldId="421"/>
            <ac:spMk id="78" creationId="{76BDF47C-C855-EDDF-E5C4-23D1F564BADA}"/>
          </ac:spMkLst>
        </pc:spChg>
        <pc:spChg chg="mod">
          <ac:chgData name="Pharman Riek kok" userId="d3d3571da4467720" providerId="LiveId" clId="{9654616C-3D34-41E5-857C-286A2FFCA856}" dt="2025-11-18T04:39:24.359" v="247" actId="1076"/>
          <ac:spMkLst>
            <pc:docMk/>
            <pc:sldMk cId="1668668529" sldId="421"/>
            <ac:spMk id="80" creationId="{210BD76F-3C52-AD84-0334-1CF561D4264F}"/>
          </ac:spMkLst>
        </pc:spChg>
        <pc:spChg chg="mod">
          <ac:chgData name="Pharman Riek kok" userId="d3d3571da4467720" providerId="LiveId" clId="{9654616C-3D34-41E5-857C-286A2FFCA856}" dt="2025-11-18T04:39:13.104" v="245"/>
          <ac:spMkLst>
            <pc:docMk/>
            <pc:sldMk cId="1668668529" sldId="421"/>
            <ac:spMk id="91" creationId="{3EF0570C-2270-FF50-1EC0-F6A197714F64}"/>
          </ac:spMkLst>
        </pc:spChg>
        <pc:spChg chg="mod">
          <ac:chgData name="Pharman Riek kok" userId="d3d3571da4467720" providerId="LiveId" clId="{9654616C-3D34-41E5-857C-286A2FFCA856}" dt="2025-11-18T04:39:13.104" v="245"/>
          <ac:spMkLst>
            <pc:docMk/>
            <pc:sldMk cId="1668668529" sldId="421"/>
            <ac:spMk id="93" creationId="{905653E1-9BDB-FF77-FFAE-46682EF68B61}"/>
          </ac:spMkLst>
        </pc:spChg>
        <pc:spChg chg="mod">
          <ac:chgData name="Pharman Riek kok" userId="d3d3571da4467720" providerId="LiveId" clId="{9654616C-3D34-41E5-857C-286A2FFCA856}" dt="2025-11-18T04:39:13.104" v="245"/>
          <ac:spMkLst>
            <pc:docMk/>
            <pc:sldMk cId="1668668529" sldId="421"/>
            <ac:spMk id="99" creationId="{8A22A794-E323-EA23-B62E-21077C097490}"/>
          </ac:spMkLst>
        </pc:spChg>
        <pc:spChg chg="mod">
          <ac:chgData name="Pharman Riek kok" userId="d3d3571da4467720" providerId="LiveId" clId="{9654616C-3D34-41E5-857C-286A2FFCA856}" dt="2025-11-18T04:39:13.104" v="245"/>
          <ac:spMkLst>
            <pc:docMk/>
            <pc:sldMk cId="1668668529" sldId="421"/>
            <ac:spMk id="100" creationId="{0B9550E1-0770-ABB4-2845-20A3C1015B79}"/>
          </ac:spMkLst>
        </pc:spChg>
        <pc:spChg chg="mod">
          <ac:chgData name="Pharman Riek kok" userId="d3d3571da4467720" providerId="LiveId" clId="{9654616C-3D34-41E5-857C-286A2FFCA856}" dt="2025-11-18T04:39:13.104" v="245"/>
          <ac:spMkLst>
            <pc:docMk/>
            <pc:sldMk cId="1668668529" sldId="421"/>
            <ac:spMk id="104" creationId="{4AE730A3-B2A1-B82C-4E64-8E11FE129AE7}"/>
          </ac:spMkLst>
        </pc:spChg>
        <pc:spChg chg="mod">
          <ac:chgData name="Pharman Riek kok" userId="d3d3571da4467720" providerId="LiveId" clId="{9654616C-3D34-41E5-857C-286A2FFCA856}" dt="2025-11-18T04:39:13.104" v="245"/>
          <ac:spMkLst>
            <pc:docMk/>
            <pc:sldMk cId="1668668529" sldId="421"/>
            <ac:spMk id="109" creationId="{3D9202BD-EA62-3F64-46CF-B48614CD856A}"/>
          </ac:spMkLst>
        </pc:spChg>
        <pc:spChg chg="mod">
          <ac:chgData name="Pharman Riek kok" userId="d3d3571da4467720" providerId="LiveId" clId="{9654616C-3D34-41E5-857C-286A2FFCA856}" dt="2025-11-18T04:39:13.104" v="245"/>
          <ac:spMkLst>
            <pc:docMk/>
            <pc:sldMk cId="1668668529" sldId="421"/>
            <ac:spMk id="110" creationId="{FC6BB122-35E1-9C35-9A04-D5A67F18FE78}"/>
          </ac:spMkLst>
        </pc:spChg>
        <pc:spChg chg="mod">
          <ac:chgData name="Pharman Riek kok" userId="d3d3571da4467720" providerId="LiveId" clId="{9654616C-3D34-41E5-857C-286A2FFCA856}" dt="2025-11-18T04:39:13.104" v="245"/>
          <ac:spMkLst>
            <pc:docMk/>
            <pc:sldMk cId="1668668529" sldId="421"/>
            <ac:spMk id="113" creationId="{3BE44314-3984-2A80-32AB-D1F86ABF5590}"/>
          </ac:spMkLst>
        </pc:spChg>
        <pc:spChg chg="mod">
          <ac:chgData name="Pharman Riek kok" userId="d3d3571da4467720" providerId="LiveId" clId="{9654616C-3D34-41E5-857C-286A2FFCA856}" dt="2025-11-18T04:39:13.104" v="245"/>
          <ac:spMkLst>
            <pc:docMk/>
            <pc:sldMk cId="1668668529" sldId="421"/>
            <ac:spMk id="122" creationId="{C58ADC2A-78CC-5756-F086-ADBBCA5B8D50}"/>
          </ac:spMkLst>
        </pc:spChg>
        <pc:spChg chg="mod">
          <ac:chgData name="Pharman Riek kok" userId="d3d3571da4467720" providerId="LiveId" clId="{9654616C-3D34-41E5-857C-286A2FFCA856}" dt="2025-11-18T04:39:13.104" v="245"/>
          <ac:spMkLst>
            <pc:docMk/>
            <pc:sldMk cId="1668668529" sldId="421"/>
            <ac:spMk id="123" creationId="{42E643D3-8A80-A34B-3F23-D9BAA35FAA95}"/>
          </ac:spMkLst>
        </pc:spChg>
        <pc:grpChg chg="mod">
          <ac:chgData name="Pharman Riek kok" userId="d3d3571da4467720" providerId="LiveId" clId="{9654616C-3D34-41E5-857C-286A2FFCA856}" dt="2025-11-18T04:39:19.875" v="246" actId="1076"/>
          <ac:grpSpMkLst>
            <pc:docMk/>
            <pc:sldMk cId="1668668529" sldId="421"/>
            <ac:grpSpMk id="79" creationId="{159E46F3-4408-1F9F-4A15-5D5A52E0EE6C}"/>
          </ac:grpSpMkLst>
        </pc:grpChg>
      </pc:sldChg>
      <pc:sldChg chg="addSp modSp new mod">
        <pc:chgData name="Pharman Riek kok" userId="d3d3571da4467720" providerId="LiveId" clId="{9654616C-3D34-41E5-857C-286A2FFCA856}" dt="2025-11-18T04:45:47.666" v="284" actId="14100"/>
        <pc:sldMkLst>
          <pc:docMk/>
          <pc:sldMk cId="1673505317" sldId="422"/>
        </pc:sldMkLst>
        <pc:spChg chg="mod">
          <ac:chgData name="Pharman Riek kok" userId="d3d3571da4467720" providerId="LiveId" clId="{9654616C-3D34-41E5-857C-286A2FFCA856}" dt="2025-11-18T04:44:56.705" v="278"/>
          <ac:spMkLst>
            <pc:docMk/>
            <pc:sldMk cId="1673505317" sldId="422"/>
            <ac:spMk id="5" creationId="{CD99B39D-EDD7-07B8-8FD5-87F392C5C15F}"/>
          </ac:spMkLst>
        </pc:spChg>
        <pc:spChg chg="mod">
          <ac:chgData name="Pharman Riek kok" userId="d3d3571da4467720" providerId="LiveId" clId="{9654616C-3D34-41E5-857C-286A2FFCA856}" dt="2025-11-18T04:44:56.705" v="278"/>
          <ac:spMkLst>
            <pc:docMk/>
            <pc:sldMk cId="1673505317" sldId="422"/>
            <ac:spMk id="7" creationId="{6AF0606A-54CF-05B0-11B0-F59E0A673D72}"/>
          </ac:spMkLst>
        </pc:spChg>
        <pc:spChg chg="mod">
          <ac:chgData name="Pharman Riek kok" userId="d3d3571da4467720" providerId="LiveId" clId="{9654616C-3D34-41E5-857C-286A2FFCA856}" dt="2025-11-18T04:44:56.705" v="278"/>
          <ac:spMkLst>
            <pc:docMk/>
            <pc:sldMk cId="1673505317" sldId="422"/>
            <ac:spMk id="16" creationId="{2F6C0757-27B7-4AC7-0A75-6FD5767035D9}"/>
          </ac:spMkLst>
        </pc:spChg>
        <pc:spChg chg="mod">
          <ac:chgData name="Pharman Riek kok" userId="d3d3571da4467720" providerId="LiveId" clId="{9654616C-3D34-41E5-857C-286A2FFCA856}" dt="2025-11-18T04:44:56.705" v="278"/>
          <ac:spMkLst>
            <pc:docMk/>
            <pc:sldMk cId="1673505317" sldId="422"/>
            <ac:spMk id="17" creationId="{AA489086-BDDB-D315-C336-D08292204201}"/>
          </ac:spMkLst>
        </pc:spChg>
        <pc:spChg chg="mod">
          <ac:chgData name="Pharman Riek kok" userId="d3d3571da4467720" providerId="LiveId" clId="{9654616C-3D34-41E5-857C-286A2FFCA856}" dt="2025-11-18T04:44:56.705" v="278"/>
          <ac:spMkLst>
            <pc:docMk/>
            <pc:sldMk cId="1673505317" sldId="422"/>
            <ac:spMk id="19" creationId="{AAF7A27F-D0B5-D4AD-F0F2-35E29D513842}"/>
          </ac:spMkLst>
        </pc:spChg>
        <pc:spChg chg="mod">
          <ac:chgData name="Pharman Riek kok" userId="d3d3571da4467720" providerId="LiveId" clId="{9654616C-3D34-41E5-857C-286A2FFCA856}" dt="2025-11-18T04:44:56.705" v="278"/>
          <ac:spMkLst>
            <pc:docMk/>
            <pc:sldMk cId="1673505317" sldId="422"/>
            <ac:spMk id="23" creationId="{F7304B79-8564-4358-7F21-463AABBBFC45}"/>
          </ac:spMkLst>
        </pc:spChg>
        <pc:spChg chg="mod">
          <ac:chgData name="Pharman Riek kok" userId="d3d3571da4467720" providerId="LiveId" clId="{9654616C-3D34-41E5-857C-286A2FFCA856}" dt="2025-11-18T04:44:56.705" v="278"/>
          <ac:spMkLst>
            <pc:docMk/>
            <pc:sldMk cId="1673505317" sldId="422"/>
            <ac:spMk id="24" creationId="{62A1CB3E-0B89-523A-5510-3DCA580DC042}"/>
          </ac:spMkLst>
        </pc:spChg>
        <pc:spChg chg="mod">
          <ac:chgData name="Pharman Riek kok" userId="d3d3571da4467720" providerId="LiveId" clId="{9654616C-3D34-41E5-857C-286A2FFCA856}" dt="2025-11-18T04:44:56.705" v="278"/>
          <ac:spMkLst>
            <pc:docMk/>
            <pc:sldMk cId="1673505317" sldId="422"/>
            <ac:spMk id="25" creationId="{E85D5633-2F86-7D39-19D1-31B7F8A11B1D}"/>
          </ac:spMkLst>
        </pc:spChg>
        <pc:spChg chg="mod">
          <ac:chgData name="Pharman Riek kok" userId="d3d3571da4467720" providerId="LiveId" clId="{9654616C-3D34-41E5-857C-286A2FFCA856}" dt="2025-11-18T04:44:56.705" v="278"/>
          <ac:spMkLst>
            <pc:docMk/>
            <pc:sldMk cId="1673505317" sldId="422"/>
            <ac:spMk id="36" creationId="{15B9B504-BA72-8C59-DBD9-5DB4E93968C6}"/>
          </ac:spMkLst>
        </pc:spChg>
        <pc:spChg chg="mod">
          <ac:chgData name="Pharman Riek kok" userId="d3d3571da4467720" providerId="LiveId" clId="{9654616C-3D34-41E5-857C-286A2FFCA856}" dt="2025-11-18T04:44:56.705" v="278"/>
          <ac:spMkLst>
            <pc:docMk/>
            <pc:sldMk cId="1673505317" sldId="422"/>
            <ac:spMk id="41" creationId="{7BB90338-2C37-EDD8-6121-98C0D5FCB651}"/>
          </ac:spMkLst>
        </pc:spChg>
        <pc:spChg chg="add mod">
          <ac:chgData name="Pharman Riek kok" userId="d3d3571da4467720" providerId="LiveId" clId="{9654616C-3D34-41E5-857C-286A2FFCA856}" dt="2025-11-18T04:45:47.666" v="284" actId="14100"/>
          <ac:spMkLst>
            <pc:docMk/>
            <pc:sldMk cId="1673505317" sldId="422"/>
            <ac:spMk id="61" creationId="{76E69119-2350-18C2-AB35-ADEE81D0919D}"/>
          </ac:spMkLst>
        </pc:spChg>
        <pc:grpChg chg="mod">
          <ac:chgData name="Pharman Riek kok" userId="d3d3571da4467720" providerId="LiveId" clId="{9654616C-3D34-41E5-857C-286A2FFCA856}" dt="2025-11-18T04:45:08.802" v="279" actId="1076"/>
          <ac:grpSpMkLst>
            <pc:docMk/>
            <pc:sldMk cId="1673505317" sldId="422"/>
            <ac:grpSpMk id="2" creationId="{B64A9CED-75F5-4982-CDED-2CC826A8E8BF}"/>
          </ac:grpSpMkLst>
        </pc:grpChg>
      </pc:sldChg>
      <pc:sldChg chg="addSp modSp new mod">
        <pc:chgData name="Pharman Riek kok" userId="d3d3571da4467720" providerId="LiveId" clId="{9654616C-3D34-41E5-857C-286A2FFCA856}" dt="2025-11-18T04:47:15.536" v="291" actId="1076"/>
        <pc:sldMkLst>
          <pc:docMk/>
          <pc:sldMk cId="983851389" sldId="423"/>
        </pc:sldMkLst>
        <pc:spChg chg="mod">
          <ac:chgData name="Pharman Riek kok" userId="d3d3571da4467720" providerId="LiveId" clId="{9654616C-3D34-41E5-857C-286A2FFCA856}" dt="2025-11-18T04:47:15.536" v="291" actId="1076"/>
          <ac:spMkLst>
            <pc:docMk/>
            <pc:sldMk cId="983851389" sldId="423"/>
            <ac:spMk id="3" creationId="{0A6D36C5-6FF6-D373-BC4F-E4C9DF997A8D}"/>
          </ac:spMkLst>
        </pc:spChg>
        <pc:spChg chg="mod">
          <ac:chgData name="Pharman Riek kok" userId="d3d3571da4467720" providerId="LiveId" clId="{9654616C-3D34-41E5-857C-286A2FFCA856}" dt="2025-11-18T04:47:06.050" v="290"/>
          <ac:spMkLst>
            <pc:docMk/>
            <pc:sldMk cId="983851389" sldId="423"/>
            <ac:spMk id="6" creationId="{EC1E0D90-6FD3-14C6-099D-8E2F260E1A35}"/>
          </ac:spMkLst>
        </pc:spChg>
        <pc:spChg chg="mod">
          <ac:chgData name="Pharman Riek kok" userId="d3d3571da4467720" providerId="LiveId" clId="{9654616C-3D34-41E5-857C-286A2FFCA856}" dt="2025-11-18T04:47:06.050" v="290"/>
          <ac:spMkLst>
            <pc:docMk/>
            <pc:sldMk cId="983851389" sldId="423"/>
            <ac:spMk id="11" creationId="{EE92219A-342F-0960-26E6-6D66C912FCD9}"/>
          </ac:spMkLst>
        </pc:spChg>
        <pc:spChg chg="mod">
          <ac:chgData name="Pharman Riek kok" userId="d3d3571da4467720" providerId="LiveId" clId="{9654616C-3D34-41E5-857C-286A2FFCA856}" dt="2025-11-18T04:47:06.050" v="290"/>
          <ac:spMkLst>
            <pc:docMk/>
            <pc:sldMk cId="983851389" sldId="423"/>
            <ac:spMk id="15" creationId="{C21D33EE-71B8-42EA-EC6D-E5B920BEBEC4}"/>
          </ac:spMkLst>
        </pc:spChg>
        <pc:spChg chg="mod">
          <ac:chgData name="Pharman Riek kok" userId="d3d3571da4467720" providerId="LiveId" clId="{9654616C-3D34-41E5-857C-286A2FFCA856}" dt="2025-11-18T04:47:06.050" v="290"/>
          <ac:spMkLst>
            <pc:docMk/>
            <pc:sldMk cId="983851389" sldId="423"/>
            <ac:spMk id="18" creationId="{8B506C1F-81DB-4774-398C-8B1DD09AAB6F}"/>
          </ac:spMkLst>
        </pc:spChg>
        <pc:spChg chg="mod">
          <ac:chgData name="Pharman Riek kok" userId="d3d3571da4467720" providerId="LiveId" clId="{9654616C-3D34-41E5-857C-286A2FFCA856}" dt="2025-11-18T04:47:06.050" v="290"/>
          <ac:spMkLst>
            <pc:docMk/>
            <pc:sldMk cId="983851389" sldId="423"/>
            <ac:spMk id="24" creationId="{591D9698-2B0C-0BE3-E7DA-08CB7F823CCF}"/>
          </ac:spMkLst>
        </pc:spChg>
        <pc:spChg chg="mod">
          <ac:chgData name="Pharman Riek kok" userId="d3d3571da4467720" providerId="LiveId" clId="{9654616C-3D34-41E5-857C-286A2FFCA856}" dt="2025-11-18T04:47:06.050" v="290"/>
          <ac:spMkLst>
            <pc:docMk/>
            <pc:sldMk cId="983851389" sldId="423"/>
            <ac:spMk id="25" creationId="{874B13D8-B83A-3276-300E-9F0799E32C7F}"/>
          </ac:spMkLst>
        </pc:spChg>
        <pc:spChg chg="mod">
          <ac:chgData name="Pharman Riek kok" userId="d3d3571da4467720" providerId="LiveId" clId="{9654616C-3D34-41E5-857C-286A2FFCA856}" dt="2025-11-18T04:47:06.050" v="290"/>
          <ac:spMkLst>
            <pc:docMk/>
            <pc:sldMk cId="983851389" sldId="423"/>
            <ac:spMk id="42" creationId="{A6A01AF3-611D-11A2-48F3-84C64CEB0BC3}"/>
          </ac:spMkLst>
        </pc:spChg>
        <pc:spChg chg="mod">
          <ac:chgData name="Pharman Riek kok" userId="d3d3571da4467720" providerId="LiveId" clId="{9654616C-3D34-41E5-857C-286A2FFCA856}" dt="2025-11-18T04:47:06.050" v="290"/>
          <ac:spMkLst>
            <pc:docMk/>
            <pc:sldMk cId="983851389" sldId="423"/>
            <ac:spMk id="43" creationId="{C37D7369-765A-ABB7-47D4-DAEC774AA3C5}"/>
          </ac:spMkLst>
        </pc:spChg>
        <pc:spChg chg="mod">
          <ac:chgData name="Pharman Riek kok" userId="d3d3571da4467720" providerId="LiveId" clId="{9654616C-3D34-41E5-857C-286A2FFCA856}" dt="2025-11-18T04:47:06.050" v="290"/>
          <ac:spMkLst>
            <pc:docMk/>
            <pc:sldMk cId="983851389" sldId="423"/>
            <ac:spMk id="48" creationId="{49066AE6-FFA5-0485-2021-ED43F85C61E9}"/>
          </ac:spMkLst>
        </pc:spChg>
        <pc:spChg chg="mod">
          <ac:chgData name="Pharman Riek kok" userId="d3d3571da4467720" providerId="LiveId" clId="{9654616C-3D34-41E5-857C-286A2FFCA856}" dt="2025-11-18T04:47:06.050" v="290"/>
          <ac:spMkLst>
            <pc:docMk/>
            <pc:sldMk cId="983851389" sldId="423"/>
            <ac:spMk id="50" creationId="{191B8633-5557-5A0A-D31D-11BD6E94D335}"/>
          </ac:spMkLst>
        </pc:spChg>
      </pc:sldChg>
      <pc:sldChg chg="addSp modSp new">
        <pc:chgData name="Pharman Riek kok" userId="d3d3571da4467720" providerId="LiveId" clId="{9654616C-3D34-41E5-857C-286A2FFCA856}" dt="2025-11-18T04:48:23.011" v="300"/>
        <pc:sldMkLst>
          <pc:docMk/>
          <pc:sldMk cId="3691282610" sldId="424"/>
        </pc:sldMkLst>
        <pc:spChg chg="mod">
          <ac:chgData name="Pharman Riek kok" userId="d3d3571da4467720" providerId="LiveId" clId="{9654616C-3D34-41E5-857C-286A2FFCA856}" dt="2025-11-18T04:48:23.011" v="300"/>
          <ac:spMkLst>
            <pc:docMk/>
            <pc:sldMk cId="3691282610" sldId="424"/>
            <ac:spMk id="5" creationId="{099076E6-4726-9BB9-0093-7F0712B875ED}"/>
          </ac:spMkLst>
        </pc:spChg>
        <pc:spChg chg="mod">
          <ac:chgData name="Pharman Riek kok" userId="d3d3571da4467720" providerId="LiveId" clId="{9654616C-3D34-41E5-857C-286A2FFCA856}" dt="2025-11-18T04:48:23.011" v="300"/>
          <ac:spMkLst>
            <pc:docMk/>
            <pc:sldMk cId="3691282610" sldId="424"/>
            <ac:spMk id="6" creationId="{82E48DB5-6AC6-B124-0382-C7EA988F763A}"/>
          </ac:spMkLst>
        </pc:spChg>
        <pc:spChg chg="mod">
          <ac:chgData name="Pharman Riek kok" userId="d3d3571da4467720" providerId="LiveId" clId="{9654616C-3D34-41E5-857C-286A2FFCA856}" dt="2025-11-18T04:48:23.011" v="300"/>
          <ac:spMkLst>
            <pc:docMk/>
            <pc:sldMk cId="3691282610" sldId="424"/>
            <ac:spMk id="9" creationId="{F8E27E9D-A641-9A72-3404-B30C1093423E}"/>
          </ac:spMkLst>
        </pc:spChg>
        <pc:spChg chg="mod">
          <ac:chgData name="Pharman Riek kok" userId="d3d3571da4467720" providerId="LiveId" clId="{9654616C-3D34-41E5-857C-286A2FFCA856}" dt="2025-11-18T04:48:23.011" v="300"/>
          <ac:spMkLst>
            <pc:docMk/>
            <pc:sldMk cId="3691282610" sldId="424"/>
            <ac:spMk id="12" creationId="{32572144-53A1-66FF-FB63-668546D5C718}"/>
          </ac:spMkLst>
        </pc:spChg>
        <pc:spChg chg="mod">
          <ac:chgData name="Pharman Riek kok" userId="d3d3571da4467720" providerId="LiveId" clId="{9654616C-3D34-41E5-857C-286A2FFCA856}" dt="2025-11-18T04:48:23.011" v="300"/>
          <ac:spMkLst>
            <pc:docMk/>
            <pc:sldMk cId="3691282610" sldId="424"/>
            <ac:spMk id="22" creationId="{41EC3C36-6476-CBA1-FF84-15B0D21A641D}"/>
          </ac:spMkLst>
        </pc:spChg>
        <pc:spChg chg="mod">
          <ac:chgData name="Pharman Riek kok" userId="d3d3571da4467720" providerId="LiveId" clId="{9654616C-3D34-41E5-857C-286A2FFCA856}" dt="2025-11-18T04:48:23.011" v="300"/>
          <ac:spMkLst>
            <pc:docMk/>
            <pc:sldMk cId="3691282610" sldId="424"/>
            <ac:spMk id="26" creationId="{5E4C892E-C490-6010-2F6C-660B1DA3A2AD}"/>
          </ac:spMkLst>
        </pc:spChg>
        <pc:spChg chg="mod">
          <ac:chgData name="Pharman Riek kok" userId="d3d3571da4467720" providerId="LiveId" clId="{9654616C-3D34-41E5-857C-286A2FFCA856}" dt="2025-11-18T04:48:23.011" v="300"/>
          <ac:spMkLst>
            <pc:docMk/>
            <pc:sldMk cId="3691282610" sldId="424"/>
            <ac:spMk id="28" creationId="{220A068A-89C4-26EB-97E3-CCE65E182FC8}"/>
          </ac:spMkLst>
        </pc:spChg>
        <pc:spChg chg="mod">
          <ac:chgData name="Pharman Riek kok" userId="d3d3571da4467720" providerId="LiveId" clId="{9654616C-3D34-41E5-857C-286A2FFCA856}" dt="2025-11-18T04:48:23.011" v="300"/>
          <ac:spMkLst>
            <pc:docMk/>
            <pc:sldMk cId="3691282610" sldId="424"/>
            <ac:spMk id="32" creationId="{A2048604-7F60-D4B0-088C-A49E3DCC8771}"/>
          </ac:spMkLst>
        </pc:spChg>
        <pc:spChg chg="mod">
          <ac:chgData name="Pharman Riek kok" userId="d3d3571da4467720" providerId="LiveId" clId="{9654616C-3D34-41E5-857C-286A2FFCA856}" dt="2025-11-18T04:48:23.011" v="300"/>
          <ac:spMkLst>
            <pc:docMk/>
            <pc:sldMk cId="3691282610" sldId="424"/>
            <ac:spMk id="36" creationId="{8144E924-B9F4-03A9-104C-5FF2E36CCCEC}"/>
          </ac:spMkLst>
        </pc:spChg>
        <pc:spChg chg="mod">
          <ac:chgData name="Pharman Riek kok" userId="d3d3571da4467720" providerId="LiveId" clId="{9654616C-3D34-41E5-857C-286A2FFCA856}" dt="2025-11-18T04:48:23.011" v="300"/>
          <ac:spMkLst>
            <pc:docMk/>
            <pc:sldMk cId="3691282610" sldId="424"/>
            <ac:spMk id="44" creationId="{B812E609-9040-B9B5-8F96-50AE64D3CF2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07CE7-C050-4CF3-91DE-180C24AFF84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D4D06-C4BC-4FC6-94EE-DB5D7B312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387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AD4D06-C4BC-4FC6-94EE-DB5D7B312D7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020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85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26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40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3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0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9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8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44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0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97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0590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72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12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29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405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502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926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82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338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46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467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9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50547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383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6729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195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632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57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1148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57629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8336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88094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59461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71420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6643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0732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30247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13970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584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03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1422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881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808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815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2256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107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2078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870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3365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584408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032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6945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792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663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9003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730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056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1029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608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046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289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4012647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7650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875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0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7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179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293510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368446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82425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73534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40439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886497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46671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03117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011780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85104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0259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0833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45470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9397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0126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3945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9505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2844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9731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751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8857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3144992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5487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5961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5980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90209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0976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5548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9402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7376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9090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2471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4395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004932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8396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328765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390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385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517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410363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06940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273791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130024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346218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288675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943503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90209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988334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898011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2974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016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0794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1567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7827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9820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8752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55468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996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88837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95432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9946857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3533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3121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0520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2239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3182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3402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2075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6457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61041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0857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6984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717884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89482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4413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142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80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327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885616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4719353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87306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417400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566653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47695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540035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982734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1723471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334975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27143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0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1.xml"/><Relationship Id="rId13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10.xml"/><Relationship Id="rId12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08.xml"/><Relationship Id="rId15" Type="http://schemas.openxmlformats.org/officeDocument/2006/relationships/theme" Target="../theme/theme9.xml"/><Relationship Id="rId10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12.xml"/><Relationship Id="rId14" Type="http://schemas.openxmlformats.org/officeDocument/2006/relationships/slideLayout" Target="../slideLayouts/slideLayout11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5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7.xml"/><Relationship Id="rId13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6.xml"/><Relationship Id="rId12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3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8.xml"/><Relationship Id="rId1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0.xml"/><Relationship Id="rId13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149.xml"/><Relationship Id="rId12" Type="http://schemas.openxmlformats.org/officeDocument/2006/relationships/slideLayout" Target="../slideLayouts/slideLayout154.xml"/><Relationship Id="rId17" Type="http://schemas.openxmlformats.org/officeDocument/2006/relationships/theme" Target="../theme/theme12.xml"/><Relationship Id="rId2" Type="http://schemas.openxmlformats.org/officeDocument/2006/relationships/slideLayout" Target="../slideLayouts/slideLayout144.xml"/><Relationship Id="rId16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53.xml"/><Relationship Id="rId5" Type="http://schemas.openxmlformats.org/officeDocument/2006/relationships/slideLayout" Target="../slideLayouts/slideLayout147.xml"/><Relationship Id="rId15" Type="http://schemas.openxmlformats.org/officeDocument/2006/relationships/slideLayout" Target="../slideLayouts/slideLayout157.xml"/><Relationship Id="rId10" Type="http://schemas.openxmlformats.org/officeDocument/2006/relationships/slideLayout" Target="../slideLayouts/slideLayout152.xml"/><Relationship Id="rId4" Type="http://schemas.openxmlformats.org/officeDocument/2006/relationships/slideLayout" Target="../slideLayouts/slideLayout146.xml"/><Relationship Id="rId9" Type="http://schemas.openxmlformats.org/officeDocument/2006/relationships/slideLayout" Target="../slideLayouts/slideLayout151.xml"/><Relationship Id="rId14" Type="http://schemas.openxmlformats.org/officeDocument/2006/relationships/slideLayout" Target="../slideLayouts/slideLayout1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09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55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38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4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223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7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67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537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1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27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845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4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1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4.xml"/><Relationship Id="rId5" Type="http://schemas.openxmlformats.org/officeDocument/2006/relationships/image" Target="../media/image39.jp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1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4.xml"/><Relationship Id="rId6" Type="http://schemas.openxmlformats.org/officeDocument/2006/relationships/image" Target="../media/image49.png"/><Relationship Id="rId5" Type="http://schemas.openxmlformats.org/officeDocument/2006/relationships/image" Target="../media/image21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4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4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6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4.xml"/><Relationship Id="rId6" Type="http://schemas.openxmlformats.org/officeDocument/2006/relationships/image" Target="../media/image61.png"/><Relationship Id="rId11" Type="http://schemas.openxmlformats.org/officeDocument/2006/relationships/image" Target="../media/image64.png"/><Relationship Id="rId5" Type="http://schemas.openxmlformats.org/officeDocument/2006/relationships/image" Target="../media/image60.png"/><Relationship Id="rId10" Type="http://schemas.openxmlformats.org/officeDocument/2006/relationships/image" Target="../media/image6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79076" y="1817108"/>
            <a:ext cx="6829425" cy="2363555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BACHELOR OF ENGINEERING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</a:p>
          <a:p>
            <a:pPr marL="118745" marR="1270" indent="-6350" algn="ctr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 SCIENCE WITH SPECIALIZATION IN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2925" indent="-6350">
              <a:lnSpc>
                <a:spcPct val="110000"/>
              </a:lnSpc>
              <a:spcAft>
                <a:spcPts val="600"/>
              </a:spcAft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ARTIFICIAL INTELLIGENCE AND MACHINE LEARNING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505103" y="384699"/>
            <a:ext cx="847709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600" b="1" dirty="0">
                <a:latin typeface="Times New Roman"/>
                <a:cs typeface="Times New Roman"/>
              </a:rPr>
              <a:t>Human Activity Recognition (HAR) – Battery Efficient Personalized Model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30702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574976"/>
              </p:ext>
            </p:extLst>
          </p:nvPr>
        </p:nvGraphicFramePr>
        <p:xfrm>
          <a:off x="882760" y="4574237"/>
          <a:ext cx="4424680" cy="133953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028190">
                  <a:extLst>
                    <a:ext uri="{9D8B030D-6E8A-4147-A177-3AD203B41FA5}">
                      <a16:colId xmlns:a16="http://schemas.microsoft.com/office/drawing/2014/main" val="2979881850"/>
                    </a:ext>
                  </a:extLst>
                </a:gridCol>
                <a:gridCol w="2396490">
                  <a:extLst>
                    <a:ext uri="{9D8B030D-6E8A-4147-A177-3AD203B41FA5}">
                      <a16:colId xmlns:a16="http://schemas.microsoft.com/office/drawing/2014/main" val="1997323301"/>
                    </a:ext>
                  </a:extLst>
                </a:gridCol>
              </a:tblGrid>
              <a:tr h="120650">
                <a:tc>
                  <a:txBody>
                    <a:bodyPr/>
                    <a:lstStyle/>
                    <a:p>
                      <a:pPr marL="376555" marR="568325" indent="-6350" algn="ct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76555" marR="568325" indent="-6350" algn="ct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UID</a:t>
                      </a:r>
                      <a:endParaRPr lang="en-US" sz="16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1524994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376555" marR="568325" indent="-635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Tanjim</a:t>
                      </a:r>
                    </a:p>
                    <a:p>
                      <a:pPr marL="376555" marR="568325" indent="-635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Fahim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76555" marR="568325" indent="-635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22BAI71175</a:t>
                      </a:r>
                    </a:p>
                    <a:p>
                      <a:pPr marL="376555" marR="568325" indent="-635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22BAI70447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0967524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376555" marR="568325" indent="-635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Paraman 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76555" marR="568325" indent="-635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22BAI71260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466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357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F4D4-F2DA-0F4B-95EC-AA5A3CBD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E1FA-AD23-99F7-DA21-911A755D6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45" y="576976"/>
            <a:ext cx="10515600" cy="58623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F80C7-90B3-550C-2E2D-665C5589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4E992-82C8-1ED0-CE1A-39572AB67CA0}"/>
              </a:ext>
            </a:extLst>
          </p:cNvPr>
          <p:cNvSpPr txBox="1"/>
          <p:nvPr/>
        </p:nvSpPr>
        <p:spPr>
          <a:xfrm>
            <a:off x="838200" y="1427584"/>
            <a:ext cx="10666445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Introduction to Human Activity Recognition (HAR)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Background and Why This Problem Matters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Exact Problem Addressed in This Project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Objectives of the Study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Scope of the Work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Summary of Past Research and Gap Identified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System Architecture / Overall Working Process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Dataset Used and Preprocessing Steps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Selected Features and Battery-Efficient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Model Building: General vs Personalized Approach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Results and Performance Comparison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Conclusion and Future Improvements</a:t>
            </a:r>
          </a:p>
        </p:txBody>
      </p:sp>
      <p:sp>
        <p:nvSpPr>
          <p:cNvPr id="3" name="Round Same Side Corner Rectangle 4">
            <a:extLst>
              <a:ext uri="{FF2B5EF4-FFF2-40B4-BE49-F238E27FC236}">
                <a16:creationId xmlns:a16="http://schemas.microsoft.com/office/drawing/2014/main" id="{EEBBE8B6-0ECB-7226-354C-4A15A6FF1017}"/>
              </a:ext>
            </a:extLst>
          </p:cNvPr>
          <p:cNvSpPr/>
          <p:nvPr/>
        </p:nvSpPr>
        <p:spPr>
          <a:xfrm rot="16200000">
            <a:off x="-2116313" y="3913842"/>
            <a:ext cx="5281674" cy="13208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F7BC5D24-338F-AF5D-4318-4926263D2384}"/>
              </a:ext>
            </a:extLst>
          </p:cNvPr>
          <p:cNvSpPr/>
          <p:nvPr/>
        </p:nvSpPr>
        <p:spPr>
          <a:xfrm>
            <a:off x="590563" y="1339046"/>
            <a:ext cx="10382237" cy="5281673"/>
          </a:xfrm>
          <a:prstGeom prst="roundRect">
            <a:avLst>
              <a:gd name="adj" fmla="val 0"/>
            </a:avLst>
          </a:prstGeom>
          <a:solidFill>
            <a:srgbClr val="B300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13517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6256182-4633-A244-E612-2FDA24D83974}"/>
              </a:ext>
            </a:extLst>
          </p:cNvPr>
          <p:cNvGrpSpPr/>
          <p:nvPr/>
        </p:nvGrpSpPr>
        <p:grpSpPr>
          <a:xfrm>
            <a:off x="737960" y="929763"/>
            <a:ext cx="10972834" cy="5341126"/>
            <a:chOff x="576563" y="568256"/>
            <a:chExt cx="10972834" cy="534112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6DF1A9-65D6-4712-8C13-6D5796CC4DB0}"/>
                </a:ext>
              </a:extLst>
            </p:cNvPr>
            <p:cNvSpPr txBox="1"/>
            <p:nvPr/>
          </p:nvSpPr>
          <p:spPr>
            <a:xfrm>
              <a:off x="576563" y="568256"/>
              <a:ext cx="7910057" cy="4762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2392" b="1" dirty="0">
                  <a:solidFill>
                    <a:srgbClr val="B30000"/>
                  </a:solidFill>
                </a:rPr>
                <a:t>Introduction to Human Activity Recognition (HAR)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388D715-B8C9-119E-E771-3DD74AC69A54}"/>
                </a:ext>
              </a:extLst>
            </p:cNvPr>
            <p:cNvGrpSpPr/>
            <p:nvPr/>
          </p:nvGrpSpPr>
          <p:grpSpPr>
            <a:xfrm>
              <a:off x="576564" y="1385113"/>
              <a:ext cx="6409530" cy="2091045"/>
              <a:chOff x="590565" y="1172187"/>
              <a:chExt cx="6409530" cy="2723538"/>
            </a:xfrm>
          </p:grpSpPr>
          <p:sp>
            <p:nvSpPr>
              <p:cNvPr id="25" name="Rounded Rectangle 3">
                <a:extLst>
                  <a:ext uri="{FF2B5EF4-FFF2-40B4-BE49-F238E27FC236}">
                    <a16:creationId xmlns:a16="http://schemas.microsoft.com/office/drawing/2014/main" id="{93605F90-A1F4-B578-2079-0D7D8518A6FF}"/>
                  </a:ext>
                </a:extLst>
              </p:cNvPr>
              <p:cNvSpPr/>
              <p:nvPr/>
            </p:nvSpPr>
            <p:spPr>
              <a:xfrm>
                <a:off x="656604" y="1200150"/>
                <a:ext cx="6343491" cy="2695575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Round Same Side Corner Rectangle 4">
                <a:extLst>
                  <a:ext uri="{FF2B5EF4-FFF2-40B4-BE49-F238E27FC236}">
                    <a16:creationId xmlns:a16="http://schemas.microsoft.com/office/drawing/2014/main" id="{9C8986FB-6093-7C68-89E8-A293D028ECC8}"/>
                  </a:ext>
                </a:extLst>
              </p:cNvPr>
              <p:cNvSpPr/>
              <p:nvPr/>
            </p:nvSpPr>
            <p:spPr>
              <a:xfrm rot="16200000">
                <a:off x="-729593" y="2492345"/>
                <a:ext cx="2723537" cy="8322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96B4007-F913-1AAD-BDC7-42F3EBED9C2A}"/>
                  </a:ext>
                </a:extLst>
              </p:cNvPr>
              <p:cNvSpPr txBox="1"/>
              <p:nvPr/>
            </p:nvSpPr>
            <p:spPr>
              <a:xfrm>
                <a:off x="771504" y="1323976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 dirty="0">
                    <a:solidFill>
                      <a:srgbClr val="B30000"/>
                    </a:solidFill>
                  </a:rPr>
                  <a:t> </a:t>
                </a:r>
                <a:r>
                  <a:rPr sz="1104" dirty="0"/>
                  <a:t>  </a:t>
                </a:r>
                <a:r>
                  <a:rPr sz="1315" b="1" dirty="0">
                    <a:solidFill>
                      <a:srgbClr val="B30000"/>
                    </a:solidFill>
                  </a:rPr>
                  <a:t> What is Human Activity Recognition (HAR)? </a:t>
                </a:r>
              </a:p>
            </p:txBody>
          </p:sp>
          <p:pic>
            <p:nvPicPr>
              <p:cNvPr id="28" name="Picture 27" descr="image.png">
                <a:extLst>
                  <a:ext uri="{FF2B5EF4-FFF2-40B4-BE49-F238E27FC236}">
                    <a16:creationId xmlns:a16="http://schemas.microsoft.com/office/drawing/2014/main" id="{D6421518-8955-BB50-A0FD-E786084C6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756723" y="1357866"/>
                <a:ext cx="228594" cy="177164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C9E683-EE62-E8F7-2243-FFBCED6CA680}"/>
                  </a:ext>
                </a:extLst>
              </p:cNvPr>
              <p:cNvSpPr txBox="1"/>
              <p:nvPr/>
            </p:nvSpPr>
            <p:spPr>
              <a:xfrm>
                <a:off x="722645" y="1579798"/>
                <a:ext cx="6019649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 dirty="0">
                    <a:solidFill>
                      <a:srgbClr val="333333"/>
                    </a:solidFill>
                  </a:rPr>
                  <a:t>Human Activity Recognition (HAR) is a computational technology that identifies and analyzes human movements and activities using sensor data from wearable devices or smartphones.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379598-4256-5BEF-5716-98952BA25B6E}"/>
                  </a:ext>
                </a:extLst>
              </p:cNvPr>
              <p:cNvSpPr txBox="1"/>
              <p:nvPr/>
            </p:nvSpPr>
            <p:spPr>
              <a:xfrm>
                <a:off x="847703" y="2576821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Core Components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3DDB527-5C2C-7C68-3696-982D8340940C}"/>
                  </a:ext>
                </a:extLst>
              </p:cNvPr>
              <p:cNvSpPr txBox="1"/>
              <p:nvPr/>
            </p:nvSpPr>
            <p:spPr>
              <a:xfrm>
                <a:off x="798814" y="2891144"/>
                <a:ext cx="2705032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• Sensor data collection</a:t>
                </a:r>
                <a:r>
                  <a:rPr sz="1104" dirty="0"/>
                  <a:t>
</a:t>
                </a:r>
                <a:r>
                  <a:rPr sz="1076" b="0" dirty="0">
                    <a:solidFill>
                      <a:srgbClr val="333333"/>
                    </a:solidFill>
                  </a:rPr>
                  <a:t>• Feature extraction</a:t>
                </a:r>
                <a:r>
                  <a:rPr sz="1104" dirty="0"/>
                  <a:t>
</a:t>
                </a:r>
                <a:r>
                  <a:rPr sz="1076" b="0" dirty="0">
                    <a:solidFill>
                      <a:srgbClr val="333333"/>
                    </a:solidFill>
                  </a:rPr>
                  <a:t>• Activity classification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C12245-5DEF-4957-9763-1BDAE8D6D6C6}"/>
                  </a:ext>
                </a:extLst>
              </p:cNvPr>
              <p:cNvSpPr txBox="1"/>
              <p:nvPr/>
            </p:nvSpPr>
            <p:spPr>
              <a:xfrm>
                <a:off x="3862617" y="2527967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Primary Sensors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DB83090-68B0-A241-AF60-1AB3A988B037}"/>
                  </a:ext>
                </a:extLst>
              </p:cNvPr>
              <p:cNvSpPr txBox="1"/>
              <p:nvPr/>
            </p:nvSpPr>
            <p:spPr>
              <a:xfrm>
                <a:off x="3924201" y="2795895"/>
                <a:ext cx="2705032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• Accelerometers</a:t>
                </a:r>
                <a:r>
                  <a:rPr sz="1104"/>
                  <a:t>
</a:t>
                </a:r>
                <a:r>
                  <a:rPr sz="1076" b="0">
                    <a:solidFill>
                      <a:srgbClr val="333333"/>
                    </a:solidFill>
                  </a:rPr>
                  <a:t>• Gyroscopes</a:t>
                </a:r>
                <a:r>
                  <a:rPr sz="1104"/>
                  <a:t>
</a:t>
                </a:r>
                <a:r>
                  <a:rPr sz="1076" b="0">
                    <a:solidFill>
                      <a:srgbClr val="333333"/>
                    </a:solidFill>
                  </a:rPr>
                  <a:t>• Magnetometers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6E8813-D5ED-EF15-AFA9-E8763CDCEE73}"/>
                </a:ext>
              </a:extLst>
            </p:cNvPr>
            <p:cNvGrpSpPr/>
            <p:nvPr/>
          </p:nvGrpSpPr>
          <p:grpSpPr>
            <a:xfrm>
              <a:off x="590566" y="3837652"/>
              <a:ext cx="6409529" cy="2071730"/>
              <a:chOff x="590565" y="4182702"/>
              <a:chExt cx="6409529" cy="2071730"/>
            </a:xfrm>
          </p:grpSpPr>
          <p:sp>
            <p:nvSpPr>
              <p:cNvPr id="14" name="Rounded Rectangle 14">
                <a:extLst>
                  <a:ext uri="{FF2B5EF4-FFF2-40B4-BE49-F238E27FC236}">
                    <a16:creationId xmlns:a16="http://schemas.microsoft.com/office/drawing/2014/main" id="{69A9B83C-A364-A5CD-8972-7D6F5D90A976}"/>
                  </a:ext>
                </a:extLst>
              </p:cNvPr>
              <p:cNvSpPr/>
              <p:nvPr/>
            </p:nvSpPr>
            <p:spPr>
              <a:xfrm>
                <a:off x="656603" y="4184854"/>
                <a:ext cx="6343491" cy="2069576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ound Same Side Corner Rectangle 15">
                <a:extLst>
                  <a:ext uri="{FF2B5EF4-FFF2-40B4-BE49-F238E27FC236}">
                    <a16:creationId xmlns:a16="http://schemas.microsoft.com/office/drawing/2014/main" id="{9976EC1B-CE52-AC9B-48D0-9ED27CB7D4E7}"/>
                  </a:ext>
                </a:extLst>
              </p:cNvPr>
              <p:cNvSpPr/>
              <p:nvPr/>
            </p:nvSpPr>
            <p:spPr>
              <a:xfrm rot="16200000">
                <a:off x="-407213" y="5180480"/>
                <a:ext cx="2071730" cy="7617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B2A8A3-0510-CE65-D690-DCE454F7D17A}"/>
                  </a:ext>
                </a:extLst>
              </p:cNvPr>
              <p:cNvSpPr txBox="1"/>
              <p:nvPr/>
            </p:nvSpPr>
            <p:spPr>
              <a:xfrm>
                <a:off x="756723" y="4205231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 dirty="0">
                    <a:solidFill>
                      <a:srgbClr val="B30000"/>
                    </a:solidFill>
                  </a:rPr>
                  <a:t> </a:t>
                </a:r>
                <a:r>
                  <a:rPr sz="1104" dirty="0"/>
                  <a:t>  </a:t>
                </a:r>
                <a:r>
                  <a:rPr sz="1315" b="1" dirty="0">
                    <a:solidFill>
                      <a:srgbClr val="B30000"/>
                    </a:solidFill>
                  </a:rPr>
                  <a:t> Market Growth &amp; Significance </a:t>
                </a:r>
              </a:p>
            </p:txBody>
          </p:sp>
          <p:pic>
            <p:nvPicPr>
              <p:cNvPr id="17" name="Picture 16" descr="image.png">
                <a:extLst>
                  <a:ext uri="{FF2B5EF4-FFF2-40B4-BE49-F238E27FC236}">
                    <a16:creationId xmlns:a16="http://schemas.microsoft.com/office/drawing/2014/main" id="{E882A0F5-2419-EA2B-55C4-D73CD7DEA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82438" y="4275538"/>
                <a:ext cx="228594" cy="125729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4D14D0-FEF2-A000-3A27-825D4C73176B}"/>
                  </a:ext>
                </a:extLst>
              </p:cNvPr>
              <p:cNvSpPr txBox="1"/>
              <p:nvPr/>
            </p:nvSpPr>
            <p:spPr>
              <a:xfrm>
                <a:off x="741021" y="4326269"/>
                <a:ext cx="6019649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 dirty="0">
                    <a:solidFill>
                      <a:srgbClr val="333333"/>
                    </a:solidFill>
                  </a:rPr>
                  <a:t> According to a 2024 market report, global wearable sensor market is projected to reach </a:t>
                </a:r>
                <a:r>
                  <a:rPr sz="1196" b="1" dirty="0">
                    <a:solidFill>
                      <a:srgbClr val="B30000"/>
                    </a:solidFill>
                  </a:rPr>
                  <a:t>$7.5 billion</a:t>
                </a:r>
                <a:r>
                  <a:rPr sz="1196" b="0" dirty="0">
                    <a:solidFill>
                      <a:srgbClr val="333333"/>
                    </a:solidFill>
                  </a:rPr>
                  <a:t> by 2027, with HAR being one of its most significant application domains. </a:t>
                </a:r>
              </a:p>
            </p:txBody>
          </p:sp>
          <p:sp>
            <p:nvSpPr>
              <p:cNvPr id="19" name="Rounded Rectangle 19">
                <a:extLst>
                  <a:ext uri="{FF2B5EF4-FFF2-40B4-BE49-F238E27FC236}">
                    <a16:creationId xmlns:a16="http://schemas.microsoft.com/office/drawing/2014/main" id="{0E0C10E5-CEA1-AA99-7548-7AD408C7AE1D}"/>
                  </a:ext>
                </a:extLst>
              </p:cNvPr>
              <p:cNvSpPr/>
              <p:nvPr/>
            </p:nvSpPr>
            <p:spPr>
              <a:xfrm>
                <a:off x="744166" y="4982372"/>
                <a:ext cx="2933626" cy="1036547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7CEA2E5-CBD1-C132-B778-5E243C89CA8A}"/>
                  </a:ext>
                </a:extLst>
              </p:cNvPr>
              <p:cNvSpPr txBox="1"/>
              <p:nvPr/>
            </p:nvSpPr>
            <p:spPr>
              <a:xfrm>
                <a:off x="771505" y="5006446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 dirty="0">
                    <a:solidFill>
                      <a:srgbClr val="B30000"/>
                    </a:solidFill>
                  </a:rPr>
                  <a:t>Key Applications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0196E3-0512-7665-4994-33D3A81A30A2}"/>
                  </a:ext>
                </a:extLst>
              </p:cNvPr>
              <p:cNvSpPr txBox="1"/>
              <p:nvPr/>
            </p:nvSpPr>
            <p:spPr>
              <a:xfrm>
                <a:off x="756723" y="5295591"/>
                <a:ext cx="2705032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• Healthcare monitoring</a:t>
                </a:r>
                <a:r>
                  <a:rPr sz="1104" dirty="0"/>
                  <a:t>
</a:t>
                </a:r>
                <a:r>
                  <a:rPr sz="1076" b="0" dirty="0">
                    <a:solidFill>
                      <a:srgbClr val="333333"/>
                    </a:solidFill>
                  </a:rPr>
                  <a:t>• Elderly assistance</a:t>
                </a:r>
                <a:r>
                  <a:rPr sz="1104" dirty="0"/>
                  <a:t>
</a:t>
                </a:r>
                <a:r>
                  <a:rPr sz="1076" b="0" dirty="0">
                    <a:solidFill>
                      <a:srgbClr val="333333"/>
                    </a:solidFill>
                  </a:rPr>
                  <a:t>• Fitness tracking</a:t>
                </a:r>
              </a:p>
            </p:txBody>
          </p:sp>
          <p:sp>
            <p:nvSpPr>
              <p:cNvPr id="22" name="Rounded Rectangle 22">
                <a:extLst>
                  <a:ext uri="{FF2B5EF4-FFF2-40B4-BE49-F238E27FC236}">
                    <a16:creationId xmlns:a16="http://schemas.microsoft.com/office/drawing/2014/main" id="{E7D6FA57-1284-8A0E-8F42-C53302BBB547}"/>
                  </a:ext>
                </a:extLst>
              </p:cNvPr>
              <p:cNvSpPr/>
              <p:nvPr/>
            </p:nvSpPr>
            <p:spPr>
              <a:xfrm>
                <a:off x="3781328" y="4978425"/>
                <a:ext cx="2933626" cy="1040494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FBB378-A837-E018-EBAB-ED29A10C81AD}"/>
                  </a:ext>
                </a:extLst>
              </p:cNvPr>
              <p:cNvSpPr txBox="1"/>
              <p:nvPr/>
            </p:nvSpPr>
            <p:spPr>
              <a:xfrm>
                <a:off x="3766547" y="5010245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 dirty="0">
                    <a:solidFill>
                      <a:srgbClr val="B30000"/>
                    </a:solidFill>
                  </a:rPr>
                  <a:t>Critical Challenge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7CCA37-97BB-0039-26C0-ABC71FB2DC36}"/>
                  </a:ext>
                </a:extLst>
              </p:cNvPr>
              <p:cNvSpPr txBox="1"/>
              <p:nvPr/>
            </p:nvSpPr>
            <p:spPr>
              <a:xfrm>
                <a:off x="3789405" y="5179265"/>
                <a:ext cx="2705032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Continuous sensor sampling drains </a:t>
                </a:r>
                <a:r>
                  <a:rPr sz="1076" b="1" dirty="0">
                    <a:solidFill>
                      <a:srgbClr val="B30000"/>
                    </a:solidFill>
                  </a:rPr>
                  <a:t>30-40%</a:t>
                </a:r>
                <a:r>
                  <a:rPr sz="1076" b="0" dirty="0">
                    <a:solidFill>
                      <a:srgbClr val="333333"/>
                    </a:solidFill>
                  </a:rPr>
                  <a:t> of battery capacity within hours if not optimized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5EEA9E3-89F4-4DD5-4086-6C9A9FD35C5A}"/>
                </a:ext>
              </a:extLst>
            </p:cNvPr>
            <p:cNvGrpSpPr/>
            <p:nvPr/>
          </p:nvGrpSpPr>
          <p:grpSpPr>
            <a:xfrm>
              <a:off x="7121528" y="1385113"/>
              <a:ext cx="4427869" cy="4524268"/>
              <a:chOff x="7121528" y="1176644"/>
              <a:chExt cx="4832037" cy="484227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45CA16C-D556-DA22-2668-3D5BB8F7692C}"/>
                  </a:ext>
                </a:extLst>
              </p:cNvPr>
              <p:cNvGrpSpPr/>
              <p:nvPr/>
            </p:nvGrpSpPr>
            <p:grpSpPr>
              <a:xfrm>
                <a:off x="7121528" y="1176644"/>
                <a:ext cx="4832037" cy="4357870"/>
                <a:chOff x="7180764" y="1201840"/>
                <a:chExt cx="4832037" cy="4357870"/>
              </a:xfrm>
            </p:grpSpPr>
            <p:sp>
              <p:nvSpPr>
                <p:cNvPr id="9" name="Rounded Rectangle 25">
                  <a:extLst>
                    <a:ext uri="{FF2B5EF4-FFF2-40B4-BE49-F238E27FC236}">
                      <a16:creationId xmlns:a16="http://schemas.microsoft.com/office/drawing/2014/main" id="{F648E0EA-A62F-792E-25CE-85DB2AA8CDF6}"/>
                    </a:ext>
                  </a:extLst>
                </p:cNvPr>
                <p:cNvSpPr/>
                <p:nvPr/>
              </p:nvSpPr>
              <p:spPr>
                <a:xfrm>
                  <a:off x="7234755" y="1201840"/>
                  <a:ext cx="4778046" cy="17145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B30000">
                    <a:alpha val="5000"/>
                  </a:srgb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5B0446B-D37F-B48E-B205-14A6FFC82AC3}"/>
                    </a:ext>
                  </a:extLst>
                </p:cNvPr>
                <p:cNvSpPr txBox="1"/>
                <p:nvPr/>
              </p:nvSpPr>
              <p:spPr>
                <a:xfrm>
                  <a:off x="7244602" y="1300743"/>
                  <a:ext cx="3793123" cy="313163"/>
                </a:xfrm>
                <a:prstGeom prst="rect">
                  <a:avLst/>
                </a:prstGeom>
                <a:noFill/>
              </p:spPr>
              <p:txBody>
                <a:bodyPr wrap="square" lIns="73152" tIns="54864" rIns="73152" bIns="54864" anchor="ctr">
                  <a:sp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650"/>
                    </a:spcAft>
                  </a:pPr>
                  <a:r>
                    <a:rPr sz="1315" b="1" dirty="0">
                      <a:solidFill>
                        <a:srgbClr val="B30000"/>
                      </a:solidFill>
                    </a:rPr>
                    <a:t> </a:t>
                  </a:r>
                  <a:r>
                    <a:rPr sz="1104" dirty="0"/>
                    <a:t>  </a:t>
                  </a:r>
                  <a:r>
                    <a:rPr sz="1315" b="1" dirty="0">
                      <a:solidFill>
                        <a:srgbClr val="B30000"/>
                      </a:solidFill>
                    </a:rPr>
                    <a:t> Client Needs &amp; Requirements </a:t>
                  </a:r>
                </a:p>
              </p:txBody>
            </p:sp>
            <p:pic>
              <p:nvPicPr>
                <p:cNvPr id="11" name="Picture 10" descr="image.png">
                  <a:extLst>
                    <a:ext uri="{FF2B5EF4-FFF2-40B4-BE49-F238E27FC236}">
                      <a16:creationId xmlns:a16="http://schemas.microsoft.com/office/drawing/2014/main" id="{AF9A9758-37A7-43F3-6D42-4774B6CC71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7214440" y="1334682"/>
                  <a:ext cx="228594" cy="177164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990B80B-7CFE-0206-53EB-018876D0D97D}"/>
                    </a:ext>
                  </a:extLst>
                </p:cNvPr>
                <p:cNvSpPr txBox="1"/>
                <p:nvPr/>
              </p:nvSpPr>
              <p:spPr>
                <a:xfrm>
                  <a:off x="7180764" y="1579798"/>
                  <a:ext cx="4778046" cy="1016881"/>
                </a:xfrm>
                <a:prstGeom prst="rect">
                  <a:avLst/>
                </a:prstGeom>
                <a:noFill/>
              </p:spPr>
              <p:txBody>
                <a:bodyPr wrap="square" lIns="73152" tIns="54864" rIns="73152" bIns="54864" anchor="ctr">
                  <a:spAutoFit/>
                </a:bodyPr>
                <a:lstStyle/>
                <a:p>
                  <a:pPr algn="l">
                    <a:lnSpc>
                      <a:spcPts val="182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196" b="0" dirty="0">
                      <a:solidFill>
                        <a:srgbClr val="333333"/>
                      </a:solidFill>
                    </a:rPr>
                    <a:t> Industries developing fitness and healthcare applications face challenge of balancing model accuracy with energy efficiency, requiring models that function under </a:t>
                  </a:r>
                  <a:r>
                    <a:rPr sz="1196" b="1" dirty="0">
                      <a:solidFill>
                        <a:srgbClr val="B30000"/>
                      </a:solidFill>
                    </a:rPr>
                    <a:t>low-power constraints</a:t>
                  </a:r>
                  <a:r>
                    <a:rPr sz="1196" b="0" dirty="0">
                      <a:solidFill>
                        <a:srgbClr val="333333"/>
                      </a:solidFill>
                    </a:rPr>
                    <a:t> without compromising recognition precision. 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73062207-C86C-6C63-8C63-1587F95465DA}"/>
                    </a:ext>
                  </a:extLst>
                </p:cNvPr>
                <p:cNvSpPr/>
                <p:nvPr/>
              </p:nvSpPr>
              <p:spPr>
                <a:xfrm>
                  <a:off x="7372442" y="3429000"/>
                  <a:ext cx="3971855" cy="21307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EA2B71-B048-D070-55DA-A3D096836EB8}"/>
                  </a:ext>
                </a:extLst>
              </p:cNvPr>
              <p:cNvSpPr txBox="1"/>
              <p:nvPr/>
            </p:nvSpPr>
            <p:spPr>
              <a:xfrm>
                <a:off x="7306403" y="5799845"/>
                <a:ext cx="4228994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130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666666"/>
                    </a:solidFill>
                  </a:rPr>
                  <a:t>Wearable sensors and accelerometers for HAR systems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883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49D4AD-537C-855F-EA8C-365054F5B0AA}"/>
              </a:ext>
            </a:extLst>
          </p:cNvPr>
          <p:cNvGrpSpPr/>
          <p:nvPr/>
        </p:nvGrpSpPr>
        <p:grpSpPr>
          <a:xfrm>
            <a:off x="577526" y="632089"/>
            <a:ext cx="11499641" cy="5797639"/>
            <a:chOff x="561961" y="561975"/>
            <a:chExt cx="11095080" cy="615315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C9DF5C8-7F29-FE27-386D-73630D1A948D}"/>
                </a:ext>
              </a:extLst>
            </p:cNvPr>
            <p:cNvSpPr txBox="1"/>
            <p:nvPr/>
          </p:nvSpPr>
          <p:spPr>
            <a:xfrm>
              <a:off x="798813" y="561975"/>
              <a:ext cx="10858228" cy="4762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2392" b="1" dirty="0">
                  <a:solidFill>
                    <a:srgbClr val="B30000"/>
                  </a:solidFill>
                </a:rPr>
                <a:t>Background and Why This Problem Matters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9EBE473-92A3-9556-DF9C-F21821EB1178}"/>
                </a:ext>
              </a:extLst>
            </p:cNvPr>
            <p:cNvGrpSpPr/>
            <p:nvPr/>
          </p:nvGrpSpPr>
          <p:grpSpPr>
            <a:xfrm>
              <a:off x="561961" y="1323973"/>
              <a:ext cx="6343491" cy="5391152"/>
              <a:chOff x="666733" y="1466848"/>
              <a:chExt cx="6343491" cy="5391152"/>
            </a:xfrm>
          </p:grpSpPr>
          <p:sp>
            <p:nvSpPr>
              <p:cNvPr id="8" name="Rounded Rectangle 3">
                <a:extLst>
                  <a:ext uri="{FF2B5EF4-FFF2-40B4-BE49-F238E27FC236}">
                    <a16:creationId xmlns:a16="http://schemas.microsoft.com/office/drawing/2014/main" id="{2AA8D3BF-8F5A-F4E3-F0C6-3081FE2F5363}"/>
                  </a:ext>
                </a:extLst>
              </p:cNvPr>
              <p:cNvSpPr/>
              <p:nvPr/>
            </p:nvSpPr>
            <p:spPr>
              <a:xfrm>
                <a:off x="666733" y="1466849"/>
                <a:ext cx="6343491" cy="2695575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ound Same Side Corner Rectangle 4">
                <a:extLst>
                  <a:ext uri="{FF2B5EF4-FFF2-40B4-BE49-F238E27FC236}">
                    <a16:creationId xmlns:a16="http://schemas.microsoft.com/office/drawing/2014/main" id="{24444433-487B-20A0-B625-E0992851A0ED}"/>
                  </a:ext>
                </a:extLst>
              </p:cNvPr>
              <p:cNvSpPr/>
              <p:nvPr/>
            </p:nvSpPr>
            <p:spPr>
              <a:xfrm rot="16200000">
                <a:off x="-615014" y="2748596"/>
                <a:ext cx="2695575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07DA8B-B8E7-E5C6-060F-4206D9C91C9A}"/>
                  </a:ext>
                </a:extLst>
              </p:cNvPr>
              <p:cNvSpPr txBox="1"/>
              <p:nvPr/>
            </p:nvSpPr>
            <p:spPr>
              <a:xfrm>
                <a:off x="885803" y="1609724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 dirty="0">
                    <a:solidFill>
                      <a:srgbClr val="B30000"/>
                    </a:solidFill>
                  </a:rPr>
                  <a:t> </a:t>
                </a:r>
                <a:r>
                  <a:rPr sz="1104" dirty="0"/>
                  <a:t>  </a:t>
                </a:r>
                <a:r>
                  <a:rPr sz="1315" b="1" dirty="0">
                    <a:solidFill>
                      <a:srgbClr val="B30000"/>
                    </a:solidFill>
                  </a:rPr>
                  <a:t> Battery Consumption Crisis </a:t>
                </a:r>
              </a:p>
            </p:txBody>
          </p:sp>
          <p:pic>
            <p:nvPicPr>
              <p:cNvPr id="11" name="Picture 10" descr="image.png">
                <a:extLst>
                  <a:ext uri="{FF2B5EF4-FFF2-40B4-BE49-F238E27FC236}">
                    <a16:creationId xmlns:a16="http://schemas.microsoft.com/office/drawing/2014/main" id="{E09ED115-B051-B4F3-28D0-40FFF93B11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47703" y="1645920"/>
                <a:ext cx="228594" cy="194309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F4959F-CA79-EA56-B007-98C60249CA5E}"/>
                  </a:ext>
                </a:extLst>
              </p:cNvPr>
              <p:cNvSpPr txBox="1"/>
              <p:nvPr/>
            </p:nvSpPr>
            <p:spPr>
              <a:xfrm>
                <a:off x="847703" y="1971675"/>
                <a:ext cx="6019649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>
                    <a:solidFill>
                      <a:srgbClr val="333333"/>
                    </a:solidFill>
                  </a:rPr>
                  <a:t>The proliferation of wearable devices and smartphones has created a significant challenge: continuous HAR systems consume substantial battery resources, limiting their practical utility for long-term monitoring.</a:t>
                </a:r>
              </a:p>
            </p:txBody>
          </p:sp>
          <p:sp>
            <p:nvSpPr>
              <p:cNvPr id="13" name="Rounded Rectangle 8">
                <a:extLst>
                  <a:ext uri="{FF2B5EF4-FFF2-40B4-BE49-F238E27FC236}">
                    <a16:creationId xmlns:a16="http://schemas.microsoft.com/office/drawing/2014/main" id="{88DC944C-4D2B-8E57-8E5D-DF12036AFA0F}"/>
                  </a:ext>
                </a:extLst>
              </p:cNvPr>
              <p:cNvSpPr/>
              <p:nvPr/>
            </p:nvSpPr>
            <p:spPr>
              <a:xfrm>
                <a:off x="847703" y="2867025"/>
                <a:ext cx="2933626" cy="1152524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41AAA8-1698-DEFD-3AA1-6E07C34A536B}"/>
                  </a:ext>
                </a:extLst>
              </p:cNvPr>
              <p:cNvSpPr txBox="1"/>
              <p:nvPr/>
            </p:nvSpPr>
            <p:spPr>
              <a:xfrm>
                <a:off x="962000" y="2981325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Energy Drain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01D90C-2F60-27BB-DD00-8BE4BF98F1A4}"/>
                  </a:ext>
                </a:extLst>
              </p:cNvPr>
              <p:cNvSpPr txBox="1"/>
              <p:nvPr/>
            </p:nvSpPr>
            <p:spPr>
              <a:xfrm>
                <a:off x="962000" y="3248024"/>
                <a:ext cx="2705032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Traditional HAR systems consume </a:t>
                </a:r>
                <a:r>
                  <a:rPr sz="1076" b="1">
                    <a:solidFill>
                      <a:srgbClr val="B30000"/>
                    </a:solidFill>
                  </a:rPr>
                  <a:t>30-40%</a:t>
                </a:r>
                <a:r>
                  <a:rPr sz="1076" b="0">
                    <a:solidFill>
                      <a:srgbClr val="333333"/>
                    </a:solidFill>
                  </a:rPr>
                  <a:t> of battery capacity within hours of continuous operation</a:t>
                </a:r>
              </a:p>
            </p:txBody>
          </p:sp>
          <p:sp>
            <p:nvSpPr>
              <p:cNvPr id="16" name="Rounded Rectangle 11">
                <a:extLst>
                  <a:ext uri="{FF2B5EF4-FFF2-40B4-BE49-F238E27FC236}">
                    <a16:creationId xmlns:a16="http://schemas.microsoft.com/office/drawing/2014/main" id="{BC7DDFF0-9A69-6CA4-7B7D-26CB1ED1C615}"/>
                  </a:ext>
                </a:extLst>
              </p:cNvPr>
              <p:cNvSpPr/>
              <p:nvPr/>
            </p:nvSpPr>
            <p:spPr>
              <a:xfrm>
                <a:off x="3924201" y="2867025"/>
                <a:ext cx="2933626" cy="1152524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67B3F9A-6440-AFE8-570A-D2C874055CB6}"/>
                  </a:ext>
                </a:extLst>
              </p:cNvPr>
              <p:cNvSpPr txBox="1"/>
              <p:nvPr/>
            </p:nvSpPr>
            <p:spPr>
              <a:xfrm>
                <a:off x="4038499" y="2981325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User Experience Impact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D29A07-45E4-7F33-791F-DACF67533CDC}"/>
                  </a:ext>
                </a:extLst>
              </p:cNvPr>
              <p:cNvSpPr txBox="1"/>
              <p:nvPr/>
            </p:nvSpPr>
            <p:spPr>
              <a:xfrm>
                <a:off x="4038499" y="3248024"/>
                <a:ext cx="2705032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Frequent recharging creates friction and reduces adoption of health-monitoring applications</a:t>
                </a:r>
              </a:p>
            </p:txBody>
          </p:sp>
          <p:sp>
            <p:nvSpPr>
              <p:cNvPr id="19" name="Rounded Rectangle 14">
                <a:extLst>
                  <a:ext uri="{FF2B5EF4-FFF2-40B4-BE49-F238E27FC236}">
                    <a16:creationId xmlns:a16="http://schemas.microsoft.com/office/drawing/2014/main" id="{3E7FAC20-3C57-493A-0C3D-749E74DD7005}"/>
                  </a:ext>
                </a:extLst>
              </p:cNvPr>
              <p:cNvSpPr/>
              <p:nvPr/>
            </p:nvSpPr>
            <p:spPr>
              <a:xfrm>
                <a:off x="666733" y="4352924"/>
                <a:ext cx="6343491" cy="2466975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Round Same Side Corner Rectangle 15">
                <a:extLst>
                  <a:ext uri="{FF2B5EF4-FFF2-40B4-BE49-F238E27FC236}">
                    <a16:creationId xmlns:a16="http://schemas.microsoft.com/office/drawing/2014/main" id="{269E76CF-1481-6E41-A45F-8DB95D00E2CD}"/>
                  </a:ext>
                </a:extLst>
              </p:cNvPr>
              <p:cNvSpPr/>
              <p:nvPr/>
            </p:nvSpPr>
            <p:spPr>
              <a:xfrm rot="16200000">
                <a:off x="-519765" y="5539422"/>
                <a:ext cx="2505076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BD1207-8FFF-3B20-49AE-C87FF3F7AF4F}"/>
                  </a:ext>
                </a:extLst>
              </p:cNvPr>
              <p:cNvSpPr txBox="1"/>
              <p:nvPr/>
            </p:nvSpPr>
            <p:spPr>
              <a:xfrm>
                <a:off x="847703" y="4495799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Personalization Gap </a:t>
                </a:r>
              </a:p>
            </p:txBody>
          </p:sp>
          <p:pic>
            <p:nvPicPr>
              <p:cNvPr id="22" name="Picture 21" descr="image.png">
                <a:extLst>
                  <a:ext uri="{FF2B5EF4-FFF2-40B4-BE49-F238E27FC236}">
                    <a16:creationId xmlns:a16="http://schemas.microsoft.com/office/drawing/2014/main" id="{82BC8979-BBF0-4EF3-E230-FF3F3593B9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47703" y="4557712"/>
                <a:ext cx="228594" cy="142875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B5DE45-202C-E569-F930-308C8AB8B60E}"/>
                  </a:ext>
                </a:extLst>
              </p:cNvPr>
              <p:cNvSpPr txBox="1"/>
              <p:nvPr/>
            </p:nvSpPr>
            <p:spPr>
              <a:xfrm>
                <a:off x="847703" y="4730544"/>
                <a:ext cx="6019649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 dirty="0">
                    <a:solidFill>
                      <a:srgbClr val="333333"/>
                    </a:solidFill>
                  </a:rPr>
                  <a:t>Generic HAR models trained on diverse populations fail to capture individual movement patterns, resulting in decreased accuracy and user satisfaction.</a:t>
                </a:r>
              </a:p>
            </p:txBody>
          </p:sp>
          <p:sp>
            <p:nvSpPr>
              <p:cNvPr id="24" name="Rounded Rectangle 19">
                <a:extLst>
                  <a:ext uri="{FF2B5EF4-FFF2-40B4-BE49-F238E27FC236}">
                    <a16:creationId xmlns:a16="http://schemas.microsoft.com/office/drawing/2014/main" id="{1DEA3235-FF50-CAA0-F601-9D2815F17972}"/>
                  </a:ext>
                </a:extLst>
              </p:cNvPr>
              <p:cNvSpPr/>
              <p:nvPr/>
            </p:nvSpPr>
            <p:spPr>
              <a:xfrm>
                <a:off x="899456" y="5648324"/>
                <a:ext cx="2933626" cy="1104901"/>
              </a:xfrm>
              <a:prstGeom prst="roundRect">
                <a:avLst>
                  <a:gd name="adj" fmla="val 8333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303C7F7-8EC0-D718-4505-1127D47D178F}"/>
                  </a:ext>
                </a:extLst>
              </p:cNvPr>
              <p:cNvSpPr txBox="1"/>
              <p:nvPr/>
            </p:nvSpPr>
            <p:spPr>
              <a:xfrm>
                <a:off x="941685" y="5700712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Inter-User Variability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C0892D-E1AF-6AD9-E0B2-15F9A8544AA9}"/>
                  </a:ext>
                </a:extLst>
              </p:cNvPr>
              <p:cNvSpPr txBox="1"/>
              <p:nvPr/>
            </p:nvSpPr>
            <p:spPr>
              <a:xfrm>
                <a:off x="928211" y="5810249"/>
                <a:ext cx="2705032" cy="87629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Differences in body structure, gait patterns, and device placement create unique sensor signatures for each user</a:t>
                </a:r>
              </a:p>
            </p:txBody>
          </p:sp>
          <p:sp>
            <p:nvSpPr>
              <p:cNvPr id="27" name="Rounded Rectangle 22">
                <a:extLst>
                  <a:ext uri="{FF2B5EF4-FFF2-40B4-BE49-F238E27FC236}">
                    <a16:creationId xmlns:a16="http://schemas.microsoft.com/office/drawing/2014/main" id="{D2127906-A0FD-8247-ACE8-FCA29AA85F89}"/>
                  </a:ext>
                </a:extLst>
              </p:cNvPr>
              <p:cNvSpPr/>
              <p:nvPr/>
            </p:nvSpPr>
            <p:spPr>
              <a:xfrm>
                <a:off x="3944516" y="5648325"/>
                <a:ext cx="2933626" cy="1104901"/>
              </a:xfrm>
              <a:prstGeom prst="roundRect">
                <a:avLst>
                  <a:gd name="adj" fmla="val 8333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87EEA6-2C48-72C2-0951-C7777868E562}"/>
                  </a:ext>
                </a:extLst>
              </p:cNvPr>
              <p:cNvSpPr txBox="1"/>
              <p:nvPr/>
            </p:nvSpPr>
            <p:spPr>
              <a:xfrm>
                <a:off x="3975954" y="5700712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 dirty="0">
                    <a:solidFill>
                      <a:srgbClr val="B30000"/>
                    </a:solidFill>
                  </a:rPr>
                  <a:t>Performance Degradation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0A98700-DBC4-842F-1941-C2C18A28565F}"/>
                  </a:ext>
                </a:extLst>
              </p:cNvPr>
              <p:cNvSpPr txBox="1"/>
              <p:nvPr/>
            </p:nvSpPr>
            <p:spPr>
              <a:xfrm>
                <a:off x="3975954" y="5919787"/>
                <a:ext cx="2705032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Generalized models exhibit </a:t>
                </a:r>
                <a:r>
                  <a:rPr sz="1076" b="1" dirty="0">
                    <a:solidFill>
                      <a:srgbClr val="B30000"/>
                    </a:solidFill>
                  </a:rPr>
                  <a:t>5-10%</a:t>
                </a:r>
                <a:r>
                  <a:rPr sz="1076" b="0" dirty="0">
                    <a:solidFill>
                      <a:srgbClr val="333333"/>
                    </a:solidFill>
                  </a:rPr>
                  <a:t> lower accuracy when applied to users not represented in training data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F1DB56-AB75-5C3B-3953-EA5461734495}"/>
                </a:ext>
              </a:extLst>
            </p:cNvPr>
            <p:cNvSpPr/>
            <p:nvPr/>
          </p:nvSpPr>
          <p:spPr>
            <a:xfrm>
              <a:off x="7187623" y="2333624"/>
              <a:ext cx="4228994" cy="2857500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BD3360-87B4-351A-0AF6-E6127766EF58}"/>
                </a:ext>
              </a:extLst>
            </p:cNvPr>
            <p:cNvSpPr txBox="1"/>
            <p:nvPr/>
          </p:nvSpPr>
          <p:spPr>
            <a:xfrm>
              <a:off x="7187623" y="5338763"/>
              <a:ext cx="4228994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1300"/>
                </a:spcBef>
                <a:spcAft>
                  <a:spcPts val="0"/>
                </a:spcAft>
              </a:pPr>
              <a:r>
                <a:rPr sz="1076" b="0">
                  <a:solidFill>
                    <a:srgbClr val="666666"/>
                  </a:solidFill>
                </a:rPr>
                <a:t>Battery consumption breakdown in mobile devices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3077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BFE01CFB-5362-757F-1C1C-3C1DEB88931C}"/>
              </a:ext>
            </a:extLst>
          </p:cNvPr>
          <p:cNvGrpSpPr/>
          <p:nvPr/>
        </p:nvGrpSpPr>
        <p:grpSpPr>
          <a:xfrm>
            <a:off x="643700" y="669271"/>
            <a:ext cx="11828769" cy="5764984"/>
            <a:chOff x="653854" y="332332"/>
            <a:chExt cx="12009808" cy="57649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4694908-D067-BF4A-10E0-63BEF769BA6F}"/>
                </a:ext>
              </a:extLst>
            </p:cNvPr>
            <p:cNvSpPr txBox="1"/>
            <p:nvPr/>
          </p:nvSpPr>
          <p:spPr>
            <a:xfrm>
              <a:off x="817241" y="3192619"/>
              <a:ext cx="2683326" cy="276358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076" b="1" dirty="0">
                  <a:solidFill>
                    <a:srgbClr val="B30000"/>
                  </a:solidFill>
                </a:rPr>
                <a:t>Computational Complexity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804CC2E-7B1E-A2EB-7F15-4CB29E097310}"/>
                </a:ext>
              </a:extLst>
            </p:cNvPr>
            <p:cNvSpPr txBox="1"/>
            <p:nvPr/>
          </p:nvSpPr>
          <p:spPr>
            <a:xfrm>
              <a:off x="841685" y="3497839"/>
              <a:ext cx="2683326" cy="607474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 dirty="0">
                  <a:solidFill>
                    <a:srgbClr val="333333"/>
                  </a:solidFill>
                </a:rPr>
                <a:t>Deep learning models (CNNs, LSTMs) demand substantial processing power, causing rapid battery depletion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35D396-EA6B-C6C1-32D6-7CF8AF2D8A63}"/>
                </a:ext>
              </a:extLst>
            </p:cNvPr>
            <p:cNvSpPr txBox="1"/>
            <p:nvPr/>
          </p:nvSpPr>
          <p:spPr>
            <a:xfrm>
              <a:off x="3874984" y="3175478"/>
              <a:ext cx="2683326" cy="276358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076" b="1" dirty="0">
                  <a:solidFill>
                    <a:srgbClr val="B30000"/>
                  </a:solidFill>
                </a:rPr>
                <a:t>Feature Overload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4F8BE1C-5F27-08D3-A113-0776875E0A84}"/>
                </a:ext>
              </a:extLst>
            </p:cNvPr>
            <p:cNvSpPr txBox="1"/>
            <p:nvPr/>
          </p:nvSpPr>
          <p:spPr>
            <a:xfrm>
              <a:off x="3948023" y="3465210"/>
              <a:ext cx="2683326" cy="607474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 dirty="0">
                  <a:solidFill>
                    <a:srgbClr val="333333"/>
                  </a:solidFill>
                </a:rPr>
                <a:t>Traditional HAR systems rely on high-dimensional features (FFT, Jerk, Mag) that are computationally expensive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DA74DB8-04E0-15EB-F1D3-D7B5CF70D0F6}"/>
                </a:ext>
              </a:extLst>
            </p:cNvPr>
            <p:cNvSpPr txBox="1"/>
            <p:nvPr/>
          </p:nvSpPr>
          <p:spPr>
            <a:xfrm>
              <a:off x="858632" y="4141282"/>
              <a:ext cx="2683326" cy="276358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076" b="1" dirty="0">
                  <a:solidFill>
                    <a:srgbClr val="B30000"/>
                  </a:solidFill>
                </a:rPr>
                <a:t>Sensor Redundancy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B138F41-3869-1C8E-F0D1-7152C196862B}"/>
                </a:ext>
              </a:extLst>
            </p:cNvPr>
            <p:cNvSpPr txBox="1"/>
            <p:nvPr/>
          </p:nvSpPr>
          <p:spPr>
            <a:xfrm>
              <a:off x="873448" y="4413873"/>
              <a:ext cx="2683326" cy="607474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 dirty="0">
                  <a:solidFill>
                    <a:srgbClr val="333333"/>
                  </a:solidFill>
                </a:rPr>
                <a:t>Multiple sensors (accelerometer, gyroscope, magnetometer) significantly increase energy consumption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67952CC-BEB7-9A79-9D7E-1F7233E5D19E}"/>
                </a:ext>
              </a:extLst>
            </p:cNvPr>
            <p:cNvSpPr txBox="1"/>
            <p:nvPr/>
          </p:nvSpPr>
          <p:spPr>
            <a:xfrm>
              <a:off x="3847566" y="4177504"/>
              <a:ext cx="2683326" cy="276358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076" b="1" dirty="0">
                  <a:solidFill>
                    <a:srgbClr val="B30000"/>
                  </a:solidFill>
                </a:rPr>
                <a:t>Lack of Adaptability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89276F6-CEA2-EDBC-6F52-F4EB58E0872F}"/>
                </a:ext>
              </a:extLst>
            </p:cNvPr>
            <p:cNvSpPr txBox="1"/>
            <p:nvPr/>
          </p:nvSpPr>
          <p:spPr>
            <a:xfrm>
              <a:off x="3847484" y="4417128"/>
              <a:ext cx="2673247" cy="607474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 dirty="0">
                  <a:solidFill>
                    <a:srgbClr val="333333"/>
                  </a:solidFill>
                </a:rPr>
                <a:t>Generalized models fail to accommodate individual movement patterns and device placement variations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F569F45-F506-D122-6A2C-FDA80788A639}"/>
                </a:ext>
              </a:extLst>
            </p:cNvPr>
            <p:cNvGrpSpPr/>
            <p:nvPr/>
          </p:nvGrpSpPr>
          <p:grpSpPr>
            <a:xfrm>
              <a:off x="653854" y="332332"/>
              <a:ext cx="12009808" cy="5764984"/>
              <a:chOff x="609583" y="276021"/>
              <a:chExt cx="12666149" cy="5764984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F8A6C0E-1DB4-22C2-4175-F0BBC3DCA6CE}"/>
                  </a:ext>
                </a:extLst>
              </p:cNvPr>
              <p:cNvSpPr txBox="1"/>
              <p:nvPr/>
            </p:nvSpPr>
            <p:spPr>
              <a:xfrm>
                <a:off x="716022" y="276021"/>
                <a:ext cx="10858228" cy="47624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2392" b="1" dirty="0">
                    <a:solidFill>
                      <a:srgbClr val="B30000"/>
                    </a:solidFill>
                  </a:rPr>
                  <a:t>Exact Problem Addressed in This Project</a:t>
                </a: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EF53E00F-D353-B424-E579-6BBC087BDCCA}"/>
                  </a:ext>
                </a:extLst>
              </p:cNvPr>
              <p:cNvGrpSpPr/>
              <p:nvPr/>
            </p:nvGrpSpPr>
            <p:grpSpPr>
              <a:xfrm>
                <a:off x="609583" y="1047748"/>
                <a:ext cx="12666149" cy="4993257"/>
                <a:chOff x="609583" y="1047748"/>
                <a:chExt cx="12666149" cy="4993257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5B5F5B5A-6571-1707-EA99-9643BA28F750}"/>
                    </a:ext>
                  </a:extLst>
                </p:cNvPr>
                <p:cNvGrpSpPr/>
                <p:nvPr/>
              </p:nvGrpSpPr>
              <p:grpSpPr>
                <a:xfrm>
                  <a:off x="609583" y="1126687"/>
                  <a:ext cx="6343491" cy="1722552"/>
                  <a:chOff x="666732" y="828672"/>
                  <a:chExt cx="6343491" cy="2020420"/>
                </a:xfrm>
              </p:grpSpPr>
              <p:sp>
                <p:nvSpPr>
                  <p:cNvPr id="54" name="Rounded Rectangle 3">
                    <a:extLst>
                      <a:ext uri="{FF2B5EF4-FFF2-40B4-BE49-F238E27FC236}">
                        <a16:creationId xmlns:a16="http://schemas.microsoft.com/office/drawing/2014/main" id="{556DEDE0-1800-61F9-27F2-4611CCA62D00}"/>
                      </a:ext>
                    </a:extLst>
                  </p:cNvPr>
                  <p:cNvSpPr/>
                  <p:nvPr/>
                </p:nvSpPr>
                <p:spPr>
                  <a:xfrm>
                    <a:off x="666732" y="828675"/>
                    <a:ext cx="6343491" cy="1183006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B30000">
                      <a:alpha val="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5" name="Round Same Side Corner Rectangle 4">
                    <a:extLst>
                      <a:ext uri="{FF2B5EF4-FFF2-40B4-BE49-F238E27FC236}">
                        <a16:creationId xmlns:a16="http://schemas.microsoft.com/office/drawing/2014/main" id="{2758F4D4-2457-8023-E596-39F3B4478B0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39838" y="1380012"/>
                    <a:ext cx="1183009" cy="80329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B30000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755BCBD4-ECAE-DB0C-96E6-CEF3557AA32C}"/>
                      </a:ext>
                    </a:extLst>
                  </p:cNvPr>
                  <p:cNvSpPr txBox="1"/>
                  <p:nvPr/>
                </p:nvSpPr>
                <p:spPr>
                  <a:xfrm>
                    <a:off x="731341" y="918367"/>
                    <a:ext cx="6019649" cy="266699"/>
                  </a:xfrm>
                  <a:prstGeom prst="rect">
                    <a:avLst/>
                  </a:prstGeom>
                  <a:noFill/>
                </p:spPr>
                <p:txBody>
                  <a:bodyPr wrap="none" lIns="73152" tIns="54864" rIns="73152" bIns="54864" anchor="ctr">
                    <a:spAutoFit/>
                  </a:bodyPr>
                  <a:lstStyle/>
                  <a:p>
                    <a:pPr algn="l">
                      <a:spcBef>
                        <a:spcPts val="0"/>
                      </a:spcBef>
                      <a:spcAft>
                        <a:spcPts val="650"/>
                      </a:spcAft>
                    </a:pPr>
                    <a:r>
                      <a:rPr sz="1315" b="1" dirty="0">
                        <a:solidFill>
                          <a:srgbClr val="B30000"/>
                        </a:solidFill>
                      </a:rPr>
                      <a:t> </a:t>
                    </a:r>
                    <a:r>
                      <a:rPr sz="1104" dirty="0"/>
                      <a:t>  </a:t>
                    </a:r>
                    <a:r>
                      <a:rPr sz="1315" b="1" dirty="0">
                        <a:solidFill>
                          <a:srgbClr val="B30000"/>
                        </a:solidFill>
                      </a:rPr>
                      <a:t> Core Research Problem </a:t>
                    </a:r>
                  </a:p>
                </p:txBody>
              </p:sp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EA81A279-6ACA-2088-4AFE-2893062C2D34}"/>
                      </a:ext>
                    </a:extLst>
                  </p:cNvPr>
                  <p:cNvSpPr txBox="1"/>
                  <p:nvPr/>
                </p:nvSpPr>
                <p:spPr>
                  <a:xfrm>
                    <a:off x="914376" y="1211580"/>
                    <a:ext cx="6019649" cy="800100"/>
                  </a:xfrm>
                  <a:prstGeom prst="rect">
                    <a:avLst/>
                  </a:prstGeom>
                  <a:noFill/>
                </p:spPr>
                <p:txBody>
                  <a:bodyPr wrap="square" lIns="73152" tIns="54864" rIns="73152" bIns="54864" anchor="ctr">
                    <a:spAutoFit/>
                  </a:bodyPr>
                  <a:lstStyle/>
                  <a:p>
                    <a:pPr algn="l">
                      <a:lnSpc>
                        <a:spcPts val="182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1196" b="0" dirty="0">
                        <a:solidFill>
                          <a:srgbClr val="333333"/>
                        </a:solidFill>
                      </a:rPr>
                      <a:t>The fundamental challenge is designing HAR models that maintain high recognition accuracy while operating efficiently on resource-constrained, battery-powered mobile and wearable devices.</a:t>
                    </a:r>
                  </a:p>
                </p:txBody>
              </p:sp>
              <p:sp>
                <p:nvSpPr>
                  <p:cNvPr id="58" name="Rounded Rectangle 8">
                    <a:extLst>
                      <a:ext uri="{FF2B5EF4-FFF2-40B4-BE49-F238E27FC236}">
                        <a16:creationId xmlns:a16="http://schemas.microsoft.com/office/drawing/2014/main" id="{3BB414D0-A907-E0A5-EE26-2F0C29E1F24F}"/>
                      </a:ext>
                    </a:extLst>
                  </p:cNvPr>
                  <p:cNvSpPr/>
                  <p:nvPr/>
                </p:nvSpPr>
                <p:spPr>
                  <a:xfrm>
                    <a:off x="773171" y="2186659"/>
                    <a:ext cx="6211411" cy="662433"/>
                  </a:xfrm>
                  <a:prstGeom prst="roundRect">
                    <a:avLst>
                      <a:gd name="adj" fmla="val 11707"/>
                    </a:avLst>
                  </a:prstGeom>
                  <a:solidFill>
                    <a:srgbClr val="B30000">
                      <a:alpha val="10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" name="Round Same Side Corner Rectangle 9">
                    <a:extLst>
                      <a:ext uri="{FF2B5EF4-FFF2-40B4-BE49-F238E27FC236}">
                        <a16:creationId xmlns:a16="http://schemas.microsoft.com/office/drawing/2014/main" id="{BABA93ED-C47C-052A-DCF9-6423B0A3D4E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24670" y="2466520"/>
                    <a:ext cx="654366" cy="8033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B30000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D9CF04A-E859-90BD-0B02-2327BD7FB903}"/>
                      </a:ext>
                    </a:extLst>
                  </p:cNvPr>
                  <p:cNvSpPr txBox="1"/>
                  <p:nvPr/>
                </p:nvSpPr>
                <p:spPr>
                  <a:xfrm>
                    <a:off x="847703" y="2231664"/>
                    <a:ext cx="5838678" cy="478849"/>
                  </a:xfrm>
                  <a:prstGeom prst="rect">
                    <a:avLst/>
                  </a:prstGeom>
                  <a:noFill/>
                </p:spPr>
                <p:txBody>
                  <a:bodyPr wrap="square" lIns="73152" tIns="54864" rIns="73152" bIns="54864" anchor="ctr">
                    <a:spAutoFit/>
                  </a:bodyPr>
                  <a:lstStyle/>
                  <a:p>
                    <a:pPr algn="l">
                      <a:spcBef>
                        <a:spcPts val="975"/>
                      </a:spcBef>
                      <a:spcAft>
                        <a:spcPts val="0"/>
                      </a:spcAft>
                    </a:pPr>
                    <a:r>
                      <a:rPr sz="1196" b="0" dirty="0">
                        <a:solidFill>
                          <a:srgbClr val="333333"/>
                        </a:solidFill>
                      </a:rPr>
                      <a:t> </a:t>
                    </a:r>
                    <a:r>
                      <a:rPr sz="1104" dirty="0"/>
                      <a:t>  </a:t>
                    </a:r>
                    <a:r>
                      <a:rPr sz="1196" b="0" dirty="0">
                        <a:solidFill>
                          <a:srgbClr val="333333"/>
                        </a:solidFill>
                      </a:rPr>
                      <a:t> How can HAR models balance accuracy with energy efficiency without compromising user experience? </a:t>
                    </a:r>
                  </a:p>
                </p:txBody>
              </p:sp>
              <p:pic>
                <p:nvPicPr>
                  <p:cNvPr id="61" name="Picture 60" descr="image.png">
                    <a:extLst>
                      <a:ext uri="{FF2B5EF4-FFF2-40B4-BE49-F238E27FC236}">
                        <a16:creationId xmlns:a16="http://schemas.microsoft.com/office/drawing/2014/main" id="{372A76C1-FDEC-5073-22E4-CA9252CF38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alphaModFix/>
                  </a:blip>
                  <a:stretch>
                    <a:fillRect/>
                  </a:stretch>
                </p:blipFill>
                <p:spPr>
                  <a:xfrm>
                    <a:off x="864829" y="2334100"/>
                    <a:ext cx="132080" cy="102364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41" name="Round Same Side Corner Rectangle 13">
                  <a:extLst>
                    <a:ext uri="{FF2B5EF4-FFF2-40B4-BE49-F238E27FC236}">
                      <a16:creationId xmlns:a16="http://schemas.microsoft.com/office/drawing/2014/main" id="{6E7B6313-43FE-1144-98FE-039A14BFCD21}"/>
                    </a:ext>
                  </a:extLst>
                </p:cNvPr>
                <p:cNvSpPr/>
                <p:nvPr/>
              </p:nvSpPr>
              <p:spPr>
                <a:xfrm rot="16200000">
                  <a:off x="-262454" y="3929256"/>
                  <a:ext cx="1970546" cy="15387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B3000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E90F7263-D5FE-3A97-704C-67576CD8267D}"/>
                    </a:ext>
                  </a:extLst>
                </p:cNvPr>
                <p:cNvGrpSpPr/>
                <p:nvPr/>
              </p:nvGrpSpPr>
              <p:grpSpPr>
                <a:xfrm>
                  <a:off x="7116078" y="1047748"/>
                  <a:ext cx="6159654" cy="2209132"/>
                  <a:chOff x="7116078" y="823912"/>
                  <a:chExt cx="6159654" cy="2428875"/>
                </a:xfrm>
              </p:grpSpPr>
              <p:sp>
                <p:nvSpPr>
                  <p:cNvPr id="45" name="Rounded Rectangle 28">
                    <a:extLst>
                      <a:ext uri="{FF2B5EF4-FFF2-40B4-BE49-F238E27FC236}">
                        <a16:creationId xmlns:a16="http://schemas.microsoft.com/office/drawing/2014/main" id="{E1006F93-2FB6-5271-988F-FBBFC40B6A6E}"/>
                      </a:ext>
                    </a:extLst>
                  </p:cNvPr>
                  <p:cNvSpPr/>
                  <p:nvPr/>
                </p:nvSpPr>
                <p:spPr>
                  <a:xfrm>
                    <a:off x="7223715" y="869153"/>
                    <a:ext cx="4815886" cy="2383634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B30000">
                      <a:alpha val="5000"/>
                    </a:srgb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6" name="Round Same Side Corner Rectangle 29">
                    <a:extLst>
                      <a:ext uri="{FF2B5EF4-FFF2-40B4-BE49-F238E27FC236}">
                        <a16:creationId xmlns:a16="http://schemas.microsoft.com/office/drawing/2014/main" id="{741F5047-91EC-15B8-C6FA-E9BD0EE4173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967680" y="1972310"/>
                    <a:ext cx="2428875" cy="13208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B30000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4E93F85D-1B05-2EED-6354-E8AC51E02F92}"/>
                      </a:ext>
                    </a:extLst>
                  </p:cNvPr>
                  <p:cNvSpPr txBox="1"/>
                  <p:nvPr/>
                </p:nvSpPr>
                <p:spPr>
                  <a:xfrm>
                    <a:off x="7256083" y="838196"/>
                    <a:ext cx="6019649" cy="266699"/>
                  </a:xfrm>
                  <a:prstGeom prst="rect">
                    <a:avLst/>
                  </a:prstGeom>
                  <a:noFill/>
                </p:spPr>
                <p:txBody>
                  <a:bodyPr wrap="none" lIns="73152" tIns="54864" rIns="73152" bIns="54864" anchor="ctr">
                    <a:spAutoFit/>
                  </a:bodyPr>
                  <a:lstStyle/>
                  <a:p>
                    <a:pPr algn="l">
                      <a:spcBef>
                        <a:spcPts val="0"/>
                      </a:spcBef>
                      <a:spcAft>
                        <a:spcPts val="650"/>
                      </a:spcAft>
                    </a:pPr>
                    <a:r>
                      <a:rPr sz="1315" b="1" dirty="0">
                        <a:solidFill>
                          <a:srgbClr val="B30000"/>
                        </a:solidFill>
                      </a:rPr>
                      <a:t> </a:t>
                    </a:r>
                    <a:r>
                      <a:rPr sz="1104" dirty="0"/>
                      <a:t>  </a:t>
                    </a:r>
                    <a:r>
                      <a:rPr sz="1315" b="1" dirty="0">
                        <a:solidFill>
                          <a:srgbClr val="B30000"/>
                        </a:solidFill>
                      </a:rPr>
                      <a:t> Critical Constraints </a:t>
                    </a:r>
                  </a:p>
                </p:txBody>
              </p:sp>
              <p:pic>
                <p:nvPicPr>
                  <p:cNvPr id="48" name="Picture 47" descr="image.png">
                    <a:extLst>
                      <a:ext uri="{FF2B5EF4-FFF2-40B4-BE49-F238E27FC236}">
                        <a16:creationId xmlns:a16="http://schemas.microsoft.com/office/drawing/2014/main" id="{B19A0450-90B6-FB54-1521-B8DB3DECEEC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alphaModFix/>
                  </a:blip>
                  <a:stretch>
                    <a:fillRect/>
                  </a:stretch>
                </p:blipFill>
                <p:spPr>
                  <a:xfrm>
                    <a:off x="7269268" y="870584"/>
                    <a:ext cx="228594" cy="177164"/>
                  </a:xfrm>
                  <a:prstGeom prst="rect">
                    <a:avLst/>
                  </a:prstGeom>
                </p:spPr>
              </p:pic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F7113361-7EFA-0FAF-FDC1-CFF30FB42644}"/>
                      </a:ext>
                    </a:extLst>
                  </p:cNvPr>
                  <p:cNvSpPr txBox="1"/>
                  <p:nvPr/>
                </p:nvSpPr>
                <p:spPr>
                  <a:xfrm>
                    <a:off x="7297779" y="1062391"/>
                    <a:ext cx="4558942" cy="786049"/>
                  </a:xfrm>
                  <a:prstGeom prst="rect">
                    <a:avLst/>
                  </a:prstGeom>
                  <a:noFill/>
                </p:spPr>
                <p:txBody>
                  <a:bodyPr wrap="square" lIns="73152" tIns="54864" rIns="73152" bIns="54864" anchor="ctr">
                    <a:spAutoFit/>
                  </a:bodyPr>
                  <a:lstStyle/>
                  <a:p>
                    <a:pPr algn="l">
                      <a:lnSpc>
                        <a:spcPts val="182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1196" b="0" dirty="0">
                        <a:solidFill>
                          <a:srgbClr val="333333"/>
                        </a:solidFill>
                      </a:rPr>
                      <a:t>The solution must operate within strict limitations of consumer-grade mobile hardware while delivering real-time, accurate activity classification.</a:t>
                    </a:r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C330EC62-22AC-056B-D47C-E9CE40B27F40}"/>
                      </a:ext>
                    </a:extLst>
                  </p:cNvPr>
                  <p:cNvSpPr txBox="1"/>
                  <p:nvPr/>
                </p:nvSpPr>
                <p:spPr>
                  <a:xfrm>
                    <a:off x="7354010" y="2083590"/>
                    <a:ext cx="2705032" cy="219074"/>
                  </a:xfrm>
                  <a:prstGeom prst="rect">
                    <a:avLst/>
                  </a:prstGeom>
                  <a:noFill/>
                </p:spPr>
                <p:txBody>
                  <a:bodyPr wrap="none" lIns="73152" tIns="54864" rIns="73152" bIns="54864" anchor="ctr">
                    <a:spAutoFit/>
                  </a:bodyPr>
                  <a:lstStyle/>
                  <a:p>
                    <a:pPr algn="l">
                      <a:spcBef>
                        <a:spcPts val="0"/>
                      </a:spcBef>
                      <a:spcAft>
                        <a:spcPts val="325"/>
                      </a:spcAft>
                    </a:pPr>
                    <a:r>
                      <a:rPr sz="1076" b="1">
                        <a:solidFill>
                          <a:srgbClr val="B30000"/>
                        </a:solidFill>
                      </a:rPr>
                      <a:t>Battery Life</a:t>
                    </a:r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AF31AC8-C2B0-C659-AF0C-5AB8BF914F98}"/>
                      </a:ext>
                    </a:extLst>
                  </p:cNvPr>
                  <p:cNvSpPr txBox="1"/>
                  <p:nvPr/>
                </p:nvSpPr>
                <p:spPr>
                  <a:xfrm>
                    <a:off x="7383565" y="2237527"/>
                    <a:ext cx="2141435" cy="607474"/>
                  </a:xfrm>
                  <a:prstGeom prst="rect">
                    <a:avLst/>
                  </a:prstGeom>
                  <a:noFill/>
                </p:spPr>
                <p:txBody>
                  <a:bodyPr wrap="square" lIns="73152" tIns="54864" rIns="73152" bIns="54864" anchor="ctr">
                    <a:spAutoFit/>
                  </a:bodyPr>
                  <a:lstStyle/>
                  <a:p>
                    <a:pPr algn="l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1076" b="0" dirty="0">
                        <a:solidFill>
                          <a:srgbClr val="333333"/>
                        </a:solidFill>
                      </a:rPr>
                      <a:t>Maximum </a:t>
                    </a:r>
                    <a:r>
                      <a:rPr sz="1076" b="1" dirty="0">
                        <a:solidFill>
                          <a:srgbClr val="B30000"/>
                        </a:solidFill>
                      </a:rPr>
                      <a:t>30%</a:t>
                    </a:r>
                    <a:r>
                      <a:rPr sz="1076" b="0" dirty="0">
                        <a:solidFill>
                          <a:srgbClr val="333333"/>
                        </a:solidFill>
                      </a:rPr>
                      <a:t> of total battery capacity allocation for continuous operation</a:t>
                    </a:r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F3545FB4-4FF1-D103-B5F2-C31D715685A6}"/>
                      </a:ext>
                    </a:extLst>
                  </p:cNvPr>
                  <p:cNvSpPr txBox="1"/>
                  <p:nvPr/>
                </p:nvSpPr>
                <p:spPr>
                  <a:xfrm>
                    <a:off x="9630852" y="2112046"/>
                    <a:ext cx="2705032" cy="219074"/>
                  </a:xfrm>
                  <a:prstGeom prst="rect">
                    <a:avLst/>
                  </a:prstGeom>
                  <a:noFill/>
                </p:spPr>
                <p:txBody>
                  <a:bodyPr wrap="none" lIns="73152" tIns="54864" rIns="73152" bIns="54864" anchor="ctr">
                    <a:spAutoFit/>
                  </a:bodyPr>
                  <a:lstStyle/>
                  <a:p>
                    <a:pPr algn="l">
                      <a:spcBef>
                        <a:spcPts val="0"/>
                      </a:spcBef>
                      <a:spcAft>
                        <a:spcPts val="325"/>
                      </a:spcAft>
                    </a:pPr>
                    <a:r>
                      <a:rPr sz="1076" b="1" dirty="0">
                        <a:solidFill>
                          <a:srgbClr val="B30000"/>
                        </a:solidFill>
                      </a:rPr>
                      <a:t>Processing Power</a:t>
                    </a:r>
                  </a:p>
                </p:txBody>
              </p:sp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B19A7606-4426-5FEE-97E9-FFA283B1C614}"/>
                      </a:ext>
                    </a:extLst>
                  </p:cNvPr>
                  <p:cNvSpPr txBox="1"/>
                  <p:nvPr/>
                </p:nvSpPr>
                <p:spPr>
                  <a:xfrm>
                    <a:off x="9658291" y="2313969"/>
                    <a:ext cx="2170990" cy="607474"/>
                  </a:xfrm>
                  <a:prstGeom prst="rect">
                    <a:avLst/>
                  </a:prstGeom>
                  <a:noFill/>
                </p:spPr>
                <p:txBody>
                  <a:bodyPr wrap="square" lIns="73152" tIns="54864" rIns="73152" bIns="54864" anchor="ctr">
                    <a:spAutoFit/>
                  </a:bodyPr>
                  <a:lstStyle/>
                  <a:p>
                    <a:pPr algn="l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1076" b="0" dirty="0">
                        <a:solidFill>
                          <a:srgbClr val="333333"/>
                        </a:solidFill>
                      </a:rPr>
                      <a:t>Compatible with standard smartphone CPUs and wearable microcontrollers</a:t>
                    </a:r>
                  </a:p>
                </p:txBody>
              </p:sp>
            </p:grp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B15D3C4D-85F5-134A-ED41-06D103634BD4}"/>
                    </a:ext>
                  </a:extLst>
                </p:cNvPr>
                <p:cNvSpPr/>
                <p:nvPr/>
              </p:nvSpPr>
              <p:spPr>
                <a:xfrm>
                  <a:off x="7410503" y="3554132"/>
                  <a:ext cx="4228994" cy="197054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A41E723-964A-811E-9362-2A7384F22C88}"/>
                    </a:ext>
                  </a:extLst>
                </p:cNvPr>
                <p:cNvSpPr txBox="1"/>
                <p:nvPr/>
              </p:nvSpPr>
              <p:spPr>
                <a:xfrm>
                  <a:off x="7410503" y="5602856"/>
                  <a:ext cx="4228994" cy="438149"/>
                </a:xfrm>
                <a:prstGeom prst="rect">
                  <a:avLst/>
                </a:prstGeom>
                <a:noFill/>
              </p:spPr>
              <p:txBody>
                <a:bodyPr wrap="square" lIns="73152" tIns="54864" rIns="73152" bIns="54864" anchor="ctr">
                  <a:spAutoFit/>
                </a:bodyPr>
                <a:lstStyle/>
                <a:p>
                  <a:pPr algn="ctr">
                    <a:spcBef>
                      <a:spcPts val="1300"/>
                    </a:spcBef>
                    <a:spcAft>
                      <a:spcPts val="0"/>
                    </a:spcAft>
                  </a:pPr>
                  <a:r>
                    <a:rPr sz="1076" b="0" dirty="0">
                      <a:solidFill>
                        <a:srgbClr val="666666"/>
                      </a:solidFill>
                    </a:rPr>
                    <a:t>Energy consumption comparison between different HAR systems</a:t>
                  </a:r>
                </a:p>
              </p:txBody>
            </p:sp>
          </p:grpSp>
        </p:grpSp>
      </p:grpSp>
      <p:sp>
        <p:nvSpPr>
          <p:cNvPr id="63" name="Rounded Rectangle 8">
            <a:extLst>
              <a:ext uri="{FF2B5EF4-FFF2-40B4-BE49-F238E27FC236}">
                <a16:creationId xmlns:a16="http://schemas.microsoft.com/office/drawing/2014/main" id="{9BF5547D-188E-50F2-A065-69472CFB12E9}"/>
              </a:ext>
            </a:extLst>
          </p:cNvPr>
          <p:cNvSpPr/>
          <p:nvPr/>
        </p:nvSpPr>
        <p:spPr>
          <a:xfrm>
            <a:off x="741548" y="3427147"/>
            <a:ext cx="5937186" cy="1970547"/>
          </a:xfrm>
          <a:prstGeom prst="roundRect">
            <a:avLst>
              <a:gd name="adj" fmla="val 11707"/>
            </a:avLst>
          </a:prstGeom>
          <a:solidFill>
            <a:srgbClr val="B3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91562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DB1A083-8F88-ED1A-92C3-E667BA5B73B8}"/>
              </a:ext>
            </a:extLst>
          </p:cNvPr>
          <p:cNvGrpSpPr/>
          <p:nvPr/>
        </p:nvGrpSpPr>
        <p:grpSpPr>
          <a:xfrm>
            <a:off x="676166" y="657984"/>
            <a:ext cx="12706437" cy="5788922"/>
            <a:chOff x="676166" y="657984"/>
            <a:chExt cx="12706437" cy="578892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4E0000D-7CB4-CE2D-4C4D-AA885CEB9EA2}"/>
                </a:ext>
              </a:extLst>
            </p:cNvPr>
            <p:cNvSpPr txBox="1"/>
            <p:nvPr/>
          </p:nvSpPr>
          <p:spPr>
            <a:xfrm>
              <a:off x="903494" y="657984"/>
              <a:ext cx="10858228" cy="4762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2392" b="1">
                  <a:solidFill>
                    <a:srgbClr val="B30000"/>
                  </a:solidFill>
                </a:rPr>
                <a:t>Objectives of Study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4940305-7E50-A8CB-2440-B3B4B74A033F}"/>
                </a:ext>
              </a:extLst>
            </p:cNvPr>
            <p:cNvGrpSpPr/>
            <p:nvPr/>
          </p:nvGrpSpPr>
          <p:grpSpPr>
            <a:xfrm>
              <a:off x="685781" y="1327308"/>
              <a:ext cx="6343491" cy="1156331"/>
              <a:chOff x="666733" y="1466849"/>
              <a:chExt cx="6343491" cy="1447800"/>
            </a:xfrm>
          </p:grpSpPr>
          <p:sp>
            <p:nvSpPr>
              <p:cNvPr id="36" name="Rounded Rectangle 3">
                <a:extLst>
                  <a:ext uri="{FF2B5EF4-FFF2-40B4-BE49-F238E27FC236}">
                    <a16:creationId xmlns:a16="http://schemas.microsoft.com/office/drawing/2014/main" id="{140F0DDE-A25D-80E6-0D89-E65F2BD9E913}"/>
                  </a:ext>
                </a:extLst>
              </p:cNvPr>
              <p:cNvSpPr/>
              <p:nvPr/>
            </p:nvSpPr>
            <p:spPr>
              <a:xfrm>
                <a:off x="666733" y="1466849"/>
                <a:ext cx="6343491" cy="1447800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Round Same Side Corner Rectangle 4">
                <a:extLst>
                  <a:ext uri="{FF2B5EF4-FFF2-40B4-BE49-F238E27FC236}">
                    <a16:creationId xmlns:a16="http://schemas.microsoft.com/office/drawing/2014/main" id="{0B5876F4-445A-AC21-819A-38CEC59E5477}"/>
                  </a:ext>
                </a:extLst>
              </p:cNvPr>
              <p:cNvSpPr/>
              <p:nvPr/>
            </p:nvSpPr>
            <p:spPr>
              <a:xfrm rot="16200000">
                <a:off x="8873" y="2124709"/>
                <a:ext cx="1447800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949B9DB-22B1-8035-7831-60D814597CB2}"/>
                  </a:ext>
                </a:extLst>
              </p:cNvPr>
              <p:cNvSpPr txBox="1"/>
              <p:nvPr/>
            </p:nvSpPr>
            <p:spPr>
              <a:xfrm>
                <a:off x="876278" y="1588961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Primary Goal </a:t>
                </a:r>
              </a:p>
            </p:txBody>
          </p:sp>
          <p:pic>
            <p:nvPicPr>
              <p:cNvPr id="39" name="Picture 38" descr="image.png">
                <a:extLst>
                  <a:ext uri="{FF2B5EF4-FFF2-40B4-BE49-F238E27FC236}">
                    <a16:creationId xmlns:a16="http://schemas.microsoft.com/office/drawing/2014/main" id="{0EF019AB-740D-FBE1-9B26-24B58C84B3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847703" y="1657350"/>
                <a:ext cx="228594" cy="171450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F31CEF9-0C68-0A49-F3DF-FB214A7DF5D2}"/>
                  </a:ext>
                </a:extLst>
              </p:cNvPr>
              <p:cNvSpPr txBox="1"/>
              <p:nvPr/>
            </p:nvSpPr>
            <p:spPr>
              <a:xfrm>
                <a:off x="838180" y="1862152"/>
                <a:ext cx="6019649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 dirty="0">
                    <a:solidFill>
                      <a:srgbClr val="333333"/>
                    </a:solidFill>
                  </a:rPr>
                  <a:t>To develop an energy-efficient, personalized HAR framework suitable for real-time use on smartphones and wearable devices while maintaining high recognition accuracy.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0D3F1CB-E725-6273-291F-314E83414F00}"/>
                </a:ext>
              </a:extLst>
            </p:cNvPr>
            <p:cNvGrpSpPr/>
            <p:nvPr/>
          </p:nvGrpSpPr>
          <p:grpSpPr>
            <a:xfrm>
              <a:off x="676166" y="2681567"/>
              <a:ext cx="6343491" cy="3752853"/>
              <a:chOff x="666733" y="3105148"/>
              <a:chExt cx="6343491" cy="3752853"/>
            </a:xfrm>
          </p:grpSpPr>
          <p:sp>
            <p:nvSpPr>
              <p:cNvPr id="13" name="Rounded Rectangle 8">
                <a:extLst>
                  <a:ext uri="{FF2B5EF4-FFF2-40B4-BE49-F238E27FC236}">
                    <a16:creationId xmlns:a16="http://schemas.microsoft.com/office/drawing/2014/main" id="{E2A332B4-B70A-CFBB-5598-33AFE3B09B72}"/>
                  </a:ext>
                </a:extLst>
              </p:cNvPr>
              <p:cNvSpPr/>
              <p:nvPr/>
            </p:nvSpPr>
            <p:spPr>
              <a:xfrm>
                <a:off x="666733" y="3105149"/>
                <a:ext cx="6343491" cy="3752851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ound Same Side Corner Rectangle 9">
                <a:extLst>
                  <a:ext uri="{FF2B5EF4-FFF2-40B4-BE49-F238E27FC236}">
                    <a16:creationId xmlns:a16="http://schemas.microsoft.com/office/drawing/2014/main" id="{88BE052D-E876-A487-FA37-67416F4591A6}"/>
                  </a:ext>
                </a:extLst>
              </p:cNvPr>
              <p:cNvSpPr/>
              <p:nvPr/>
            </p:nvSpPr>
            <p:spPr>
              <a:xfrm rot="16200000">
                <a:off x="-1162701" y="4934584"/>
                <a:ext cx="3752853" cy="9398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ACF06D-8441-6A4A-C485-1912B3CB886A}"/>
                  </a:ext>
                </a:extLst>
              </p:cNvPr>
              <p:cNvSpPr txBox="1"/>
              <p:nvPr/>
            </p:nvSpPr>
            <p:spPr>
              <a:xfrm>
                <a:off x="847703" y="3248024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Specific Objectives </a:t>
                </a:r>
              </a:p>
            </p:txBody>
          </p:sp>
          <p:sp>
            <p:nvSpPr>
              <p:cNvPr id="16" name="Rounded Rectangle 12">
                <a:extLst>
                  <a:ext uri="{FF2B5EF4-FFF2-40B4-BE49-F238E27FC236}">
                    <a16:creationId xmlns:a16="http://schemas.microsoft.com/office/drawing/2014/main" id="{CA035B6E-E31F-3EE7-A2EC-E320E7632293}"/>
                  </a:ext>
                </a:extLst>
              </p:cNvPr>
              <p:cNvSpPr/>
              <p:nvPr/>
            </p:nvSpPr>
            <p:spPr>
              <a:xfrm>
                <a:off x="847703" y="3609975"/>
                <a:ext cx="2933626" cy="1035367"/>
              </a:xfrm>
              <a:prstGeom prst="roundRect">
                <a:avLst>
                  <a:gd name="adj" fmla="val 8333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7" name="Picture 16" descr="image.png">
                <a:extLst>
                  <a:ext uri="{FF2B5EF4-FFF2-40B4-BE49-F238E27FC236}">
                    <a16:creationId xmlns:a16="http://schemas.microsoft.com/office/drawing/2014/main" id="{61E172D5-7CFC-38CE-6634-06FF4B7B7B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62000" y="3741420"/>
                <a:ext cx="228594" cy="194309"/>
              </a:xfrm>
              <a:prstGeom prst="rect">
                <a:avLst/>
              </a:prstGeom>
            </p:spPr>
          </p:pic>
          <p:sp>
            <p:nvSpPr>
              <p:cNvPr id="18" name="Rounded Rectangle 16">
                <a:extLst>
                  <a:ext uri="{FF2B5EF4-FFF2-40B4-BE49-F238E27FC236}">
                    <a16:creationId xmlns:a16="http://schemas.microsoft.com/office/drawing/2014/main" id="{AC2112C5-3D24-9F00-35DA-2075338847ED}"/>
                  </a:ext>
                </a:extLst>
              </p:cNvPr>
              <p:cNvSpPr/>
              <p:nvPr/>
            </p:nvSpPr>
            <p:spPr>
              <a:xfrm>
                <a:off x="3924201" y="3609975"/>
                <a:ext cx="2933626" cy="1035367"/>
              </a:xfrm>
              <a:prstGeom prst="roundRect">
                <a:avLst>
                  <a:gd name="adj" fmla="val 8333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9" name="Picture 18" descr="image.png">
                <a:extLst>
                  <a:ext uri="{FF2B5EF4-FFF2-40B4-BE49-F238E27FC236}">
                    <a16:creationId xmlns:a16="http://schemas.microsoft.com/office/drawing/2014/main" id="{0DEB82E7-EA74-1810-232F-0952E03787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038499" y="3775710"/>
                <a:ext cx="228594" cy="125729"/>
              </a:xfrm>
              <a:prstGeom prst="rect">
                <a:avLst/>
              </a:prstGeom>
            </p:spPr>
          </p:pic>
          <p:sp>
            <p:nvSpPr>
              <p:cNvPr id="20" name="Rounded Rectangle 20">
                <a:extLst>
                  <a:ext uri="{FF2B5EF4-FFF2-40B4-BE49-F238E27FC236}">
                    <a16:creationId xmlns:a16="http://schemas.microsoft.com/office/drawing/2014/main" id="{9B7DE4E3-8562-1F8A-B426-9AD4C3805244}"/>
                  </a:ext>
                </a:extLst>
              </p:cNvPr>
              <p:cNvSpPr/>
              <p:nvPr/>
            </p:nvSpPr>
            <p:spPr>
              <a:xfrm>
                <a:off x="876278" y="4775835"/>
                <a:ext cx="2933626" cy="913448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21" name="Picture 20" descr="image.png">
                <a:extLst>
                  <a:ext uri="{FF2B5EF4-FFF2-40B4-BE49-F238E27FC236}">
                    <a16:creationId xmlns:a16="http://schemas.microsoft.com/office/drawing/2014/main" id="{64D41B73-51F4-5581-90FB-4DD504A65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14376" y="4872514"/>
                <a:ext cx="228594" cy="197167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1D227D5-E535-0AA6-05C2-9514320021A2}"/>
                  </a:ext>
                </a:extLst>
              </p:cNvPr>
              <p:cNvSpPr txBox="1"/>
              <p:nvPr/>
            </p:nvSpPr>
            <p:spPr>
              <a:xfrm>
                <a:off x="1123921" y="4889182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Model Development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A06F924-BD41-F5CF-4B92-42651B0E2683}"/>
                  </a:ext>
                </a:extLst>
              </p:cNvPr>
              <p:cNvSpPr txBox="1"/>
              <p:nvPr/>
            </p:nvSpPr>
            <p:spPr>
              <a:xfrm>
                <a:off x="981049" y="4998719"/>
                <a:ext cx="2381190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Design lightweight classifiers for both general and personalized models</a:t>
                </a:r>
              </a:p>
            </p:txBody>
          </p:sp>
          <p:sp>
            <p:nvSpPr>
              <p:cNvPr id="24" name="Rounded Rectangle 24">
                <a:extLst>
                  <a:ext uri="{FF2B5EF4-FFF2-40B4-BE49-F238E27FC236}">
                    <a16:creationId xmlns:a16="http://schemas.microsoft.com/office/drawing/2014/main" id="{0E2B1C95-D173-C41A-4771-B0E148F9D8E2}"/>
                  </a:ext>
                </a:extLst>
              </p:cNvPr>
              <p:cNvSpPr/>
              <p:nvPr/>
            </p:nvSpPr>
            <p:spPr>
              <a:xfrm>
                <a:off x="3906951" y="4790124"/>
                <a:ext cx="2933626" cy="885823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25" name="Picture 24" descr="image.png">
                <a:extLst>
                  <a:ext uri="{FF2B5EF4-FFF2-40B4-BE49-F238E27FC236}">
                    <a16:creationId xmlns:a16="http://schemas.microsoft.com/office/drawing/2014/main" id="{D62C9F3D-CF8A-0D15-EC6E-5EF6A2BD17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8499" y="4812981"/>
                <a:ext cx="228594" cy="194309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6A1E12-FE10-4399-35D0-00F4FACFFA79}"/>
                  </a:ext>
                </a:extLst>
              </p:cNvPr>
              <p:cNvSpPr txBox="1"/>
              <p:nvPr/>
            </p:nvSpPr>
            <p:spPr>
              <a:xfrm>
                <a:off x="4219469" y="4830124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User Personalization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4E64F2A-4836-06F1-64FE-136C74A160C3}"/>
                  </a:ext>
                </a:extLst>
              </p:cNvPr>
              <p:cNvSpPr txBox="1"/>
              <p:nvPr/>
            </p:nvSpPr>
            <p:spPr>
              <a:xfrm>
                <a:off x="3952776" y="4925852"/>
                <a:ext cx="2381190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Implement user-specific fine-tuning to capture individual motion patterns</a:t>
                </a:r>
              </a:p>
            </p:txBody>
          </p:sp>
          <p:sp>
            <p:nvSpPr>
              <p:cNvPr id="28" name="Rounded Rectangle 28">
                <a:extLst>
                  <a:ext uri="{FF2B5EF4-FFF2-40B4-BE49-F238E27FC236}">
                    <a16:creationId xmlns:a16="http://schemas.microsoft.com/office/drawing/2014/main" id="{22DA090A-42BE-A325-D402-2F15DA6C2344}"/>
                  </a:ext>
                </a:extLst>
              </p:cNvPr>
              <p:cNvSpPr/>
              <p:nvPr/>
            </p:nvSpPr>
            <p:spPr>
              <a:xfrm>
                <a:off x="894061" y="5719286"/>
                <a:ext cx="2933626" cy="1069180"/>
              </a:xfrm>
              <a:prstGeom prst="roundRect">
                <a:avLst>
                  <a:gd name="adj" fmla="val 8333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29" name="Picture 28" descr="image.png">
                <a:extLst>
                  <a:ext uri="{FF2B5EF4-FFF2-40B4-BE49-F238E27FC236}">
                    <a16:creationId xmlns:a16="http://schemas.microsoft.com/office/drawing/2014/main" id="{C4E82E30-D7DF-F177-F8AC-FE28930A2C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914376" y="5771675"/>
                <a:ext cx="228594" cy="194309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12192DE-EFB6-6B8A-7B5F-2C59E079CB2B}"/>
                  </a:ext>
                </a:extLst>
              </p:cNvPr>
              <p:cNvSpPr txBox="1"/>
              <p:nvPr/>
            </p:nvSpPr>
            <p:spPr>
              <a:xfrm>
                <a:off x="1123921" y="5725003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 dirty="0">
                    <a:solidFill>
                      <a:srgbClr val="B30000"/>
                    </a:solidFill>
                  </a:rPr>
                  <a:t>Energy Efficiency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A8C812-614E-8316-3D73-985D0BFEB04B}"/>
                  </a:ext>
                </a:extLst>
              </p:cNvPr>
              <p:cNvSpPr txBox="1"/>
              <p:nvPr/>
            </p:nvSpPr>
            <p:spPr>
              <a:xfrm>
                <a:off x="1105479" y="5798818"/>
                <a:ext cx="2381190" cy="87629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Integrate adaptive sampling mechanisms to regulate sensor frequency and measure battery savings</a:t>
                </a:r>
              </a:p>
            </p:txBody>
          </p:sp>
          <p:sp>
            <p:nvSpPr>
              <p:cNvPr id="32" name="Rounded Rectangle 32">
                <a:extLst>
                  <a:ext uri="{FF2B5EF4-FFF2-40B4-BE49-F238E27FC236}">
                    <a16:creationId xmlns:a16="http://schemas.microsoft.com/office/drawing/2014/main" id="{084B0A25-9D64-851F-F23E-CF989AE6BE14}"/>
                  </a:ext>
                </a:extLst>
              </p:cNvPr>
              <p:cNvSpPr/>
              <p:nvPr/>
            </p:nvSpPr>
            <p:spPr>
              <a:xfrm>
                <a:off x="3943251" y="5748337"/>
                <a:ext cx="2933626" cy="1035367"/>
              </a:xfrm>
              <a:prstGeom prst="roundRect">
                <a:avLst>
                  <a:gd name="adj" fmla="val 8333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33" name="Picture 32" descr="image.png">
                <a:extLst>
                  <a:ext uri="{FF2B5EF4-FFF2-40B4-BE49-F238E27FC236}">
                    <a16:creationId xmlns:a16="http://schemas.microsoft.com/office/drawing/2014/main" id="{EAD2AA92-7A83-4136-BD30-802117F98D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3990875" y="5842155"/>
                <a:ext cx="228594" cy="177164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435DAFB-D6B2-2974-ABF5-CB956DC9453C}"/>
                  </a:ext>
                </a:extLst>
              </p:cNvPr>
              <p:cNvSpPr txBox="1"/>
              <p:nvPr/>
            </p:nvSpPr>
            <p:spPr>
              <a:xfrm>
                <a:off x="4267093" y="5800245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 dirty="0">
                    <a:solidFill>
                      <a:srgbClr val="B30000"/>
                    </a:solidFill>
                  </a:rPr>
                  <a:t>Performance Analysis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3D7A288-4E54-8432-1AB8-B0880EFBAD5A}"/>
                  </a:ext>
                </a:extLst>
              </p:cNvPr>
              <p:cNvSpPr txBox="1"/>
              <p:nvPr/>
            </p:nvSpPr>
            <p:spPr>
              <a:xfrm>
                <a:off x="4018790" y="6007418"/>
                <a:ext cx="2381190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Evaluate accuracy, precision, recall, and F1-score between general and personalized models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09DCCB6-B088-4B16-C9CD-A5BBC6E20474}"/>
                </a:ext>
              </a:extLst>
            </p:cNvPr>
            <p:cNvGrpSpPr/>
            <p:nvPr/>
          </p:nvGrpSpPr>
          <p:grpSpPr>
            <a:xfrm>
              <a:off x="7362954" y="1350510"/>
              <a:ext cx="6019649" cy="1449704"/>
              <a:chOff x="7539973" y="1504950"/>
              <a:chExt cx="6019649" cy="1449704"/>
            </a:xfrm>
          </p:grpSpPr>
          <p:sp>
            <p:nvSpPr>
              <p:cNvPr id="9" name="Rounded Rectangle 36">
                <a:extLst>
                  <a:ext uri="{FF2B5EF4-FFF2-40B4-BE49-F238E27FC236}">
                    <a16:creationId xmlns:a16="http://schemas.microsoft.com/office/drawing/2014/main" id="{27D1396B-4A3C-DCFA-9550-8C7F25C61A0A}"/>
                  </a:ext>
                </a:extLst>
              </p:cNvPr>
              <p:cNvSpPr/>
              <p:nvPr/>
            </p:nvSpPr>
            <p:spPr>
              <a:xfrm>
                <a:off x="7539973" y="1506854"/>
                <a:ext cx="4519643" cy="1447800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ound Same Side Corner Rectangle 37">
                <a:extLst>
                  <a:ext uri="{FF2B5EF4-FFF2-40B4-BE49-F238E27FC236}">
                    <a16:creationId xmlns:a16="http://schemas.microsoft.com/office/drawing/2014/main" id="{00CC5A89-B39E-092E-AEE4-9ABC1B2F4F1E}"/>
                  </a:ext>
                </a:extLst>
              </p:cNvPr>
              <p:cNvSpPr/>
              <p:nvPr/>
            </p:nvSpPr>
            <p:spPr>
              <a:xfrm rot="16200000">
                <a:off x="6882113" y="2162810"/>
                <a:ext cx="1447800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89D163-906E-C481-CBB0-A36236CE3382}"/>
                  </a:ext>
                </a:extLst>
              </p:cNvPr>
              <p:cNvSpPr txBox="1"/>
              <p:nvPr/>
            </p:nvSpPr>
            <p:spPr>
              <a:xfrm>
                <a:off x="7539973" y="1550133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Expected Outcomes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59D641-9628-69B3-CCF6-EA2749ECD956}"/>
                  </a:ext>
                </a:extLst>
              </p:cNvPr>
              <p:cNvSpPr txBox="1"/>
              <p:nvPr/>
            </p:nvSpPr>
            <p:spPr>
              <a:xfrm>
                <a:off x="7672053" y="1722311"/>
                <a:ext cx="4387563" cy="1016881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 dirty="0">
                    <a:solidFill>
                      <a:srgbClr val="333333"/>
                    </a:solidFill>
                  </a:rPr>
                  <a:t> The system aims to achieve an average of </a:t>
                </a:r>
                <a:r>
                  <a:rPr sz="1196" b="1" dirty="0">
                    <a:solidFill>
                      <a:srgbClr val="B30000"/>
                    </a:solidFill>
                  </a:rPr>
                  <a:t>7% improvement</a:t>
                </a:r>
                <a:r>
                  <a:rPr sz="1196" b="0" dirty="0">
                    <a:solidFill>
                      <a:srgbClr val="333333"/>
                    </a:solidFill>
                  </a:rPr>
                  <a:t> in recognition accuracy while consuming significantly less power than standard models, making it viable for long-term mobile and wearable deployment. 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B7A277F-6765-531A-4A0D-E14FABD0AE7A}"/>
                </a:ext>
              </a:extLst>
            </p:cNvPr>
            <p:cNvSpPr/>
            <p:nvPr/>
          </p:nvSpPr>
          <p:spPr>
            <a:xfrm>
              <a:off x="7305491" y="3118766"/>
              <a:ext cx="4228994" cy="2857500"/>
            </a:xfrm>
            <a:prstGeom prst="rect">
              <a:avLst/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02E292C-9AA0-33C2-956E-6CBA1327563B}"/>
                </a:ext>
              </a:extLst>
            </p:cNvPr>
            <p:cNvSpPr txBox="1"/>
            <p:nvPr/>
          </p:nvSpPr>
          <p:spPr>
            <a:xfrm>
              <a:off x="7428994" y="6008757"/>
              <a:ext cx="4228994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spcBef>
                  <a:spcPts val="1300"/>
                </a:spcBef>
                <a:spcAft>
                  <a:spcPts val="0"/>
                </a:spcAft>
              </a:pPr>
              <a:r>
                <a:rPr sz="1076" b="0" dirty="0">
                  <a:solidFill>
                    <a:srgbClr val="666666"/>
                  </a:solidFill>
                </a:rPr>
                <a:t>Activity recognition process with feature extraction and classification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BE29C68-F149-CFC8-01DF-A2F427CBCD8B}"/>
              </a:ext>
            </a:extLst>
          </p:cNvPr>
          <p:cNvGrpSpPr/>
          <p:nvPr/>
        </p:nvGrpSpPr>
        <p:grpSpPr>
          <a:xfrm>
            <a:off x="770149" y="2829925"/>
            <a:ext cx="5895827" cy="1384458"/>
            <a:chOff x="847703" y="3298507"/>
            <a:chExt cx="5895827" cy="1384458"/>
          </a:xfrm>
        </p:grpSpPr>
        <p:pic>
          <p:nvPicPr>
            <p:cNvPr id="42" name="Picture 41" descr="image.png">
              <a:extLst>
                <a:ext uri="{FF2B5EF4-FFF2-40B4-BE49-F238E27FC236}">
                  <a16:creationId xmlns:a16="http://schemas.microsoft.com/office/drawing/2014/main" id="{A2B20A57-F186-88C7-E446-F4C3A45EC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47703" y="3298507"/>
              <a:ext cx="228594" cy="16573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12F1AE6-51C6-EA88-D34B-FAE13F40748D}"/>
                </a:ext>
              </a:extLst>
            </p:cNvPr>
            <p:cNvSpPr txBox="1"/>
            <p:nvPr/>
          </p:nvSpPr>
          <p:spPr>
            <a:xfrm>
              <a:off x="1285842" y="3724274"/>
              <a:ext cx="2381190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076" b="1">
                  <a:solidFill>
                    <a:srgbClr val="B30000"/>
                  </a:solidFill>
                </a:rPr>
                <a:t>Dataset Acquisition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90C445D-F87F-D1B5-E1B2-FABAA1082635}"/>
                </a:ext>
              </a:extLst>
            </p:cNvPr>
            <p:cNvSpPr txBox="1"/>
            <p:nvPr/>
          </p:nvSpPr>
          <p:spPr>
            <a:xfrm>
              <a:off x="1142970" y="3806666"/>
              <a:ext cx="2381190" cy="87629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333333"/>
                  </a:solidFill>
                </a:rPr>
                <a:t>Collect and preprocess publicly available accelerometer data representing diverse human activities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65DD06B-2943-6856-E340-263B526D0DDD}"/>
                </a:ext>
              </a:extLst>
            </p:cNvPr>
            <p:cNvSpPr txBox="1"/>
            <p:nvPr/>
          </p:nvSpPr>
          <p:spPr>
            <a:xfrm>
              <a:off x="4362340" y="3724274"/>
              <a:ext cx="2381190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25"/>
                </a:spcAft>
              </a:pPr>
              <a:r>
                <a:rPr sz="1076" b="1">
                  <a:solidFill>
                    <a:srgbClr val="B30000"/>
                  </a:solidFill>
                </a:rPr>
                <a:t>Feature Optimization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A023F15-7C81-4A1A-4BEE-3979C1ADF4E8}"/>
                </a:ext>
              </a:extLst>
            </p:cNvPr>
            <p:cNvSpPr txBox="1"/>
            <p:nvPr/>
          </p:nvSpPr>
          <p:spPr>
            <a:xfrm>
              <a:off x="4267093" y="3916202"/>
              <a:ext cx="2381190" cy="657225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 dirty="0">
                  <a:solidFill>
                    <a:srgbClr val="333333"/>
                  </a:solidFill>
                </a:rPr>
                <a:t>Extract and identify essential statistical and temporal features to minimize computational load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7851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7C2B78-6182-E194-E4C8-8DC4DF9C257A}"/>
              </a:ext>
            </a:extLst>
          </p:cNvPr>
          <p:cNvGrpSpPr/>
          <p:nvPr/>
        </p:nvGrpSpPr>
        <p:grpSpPr>
          <a:xfrm>
            <a:off x="666733" y="635694"/>
            <a:ext cx="11379955" cy="6095348"/>
            <a:chOff x="666733" y="380999"/>
            <a:chExt cx="11379955" cy="609534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9C5F879-C8DB-F10C-F14D-65EA4A36C333}"/>
                </a:ext>
              </a:extLst>
            </p:cNvPr>
            <p:cNvSpPr txBox="1"/>
            <p:nvPr/>
          </p:nvSpPr>
          <p:spPr>
            <a:xfrm>
              <a:off x="798814" y="380999"/>
              <a:ext cx="10858228" cy="4762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2392" b="1" dirty="0">
                  <a:solidFill>
                    <a:srgbClr val="B30000"/>
                  </a:solidFill>
                </a:rPr>
                <a:t>Scope of Work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1FB00B3-7A4E-6866-EED1-19E41265E83E}"/>
                </a:ext>
              </a:extLst>
            </p:cNvPr>
            <p:cNvGrpSpPr/>
            <p:nvPr/>
          </p:nvGrpSpPr>
          <p:grpSpPr>
            <a:xfrm>
              <a:off x="666733" y="963219"/>
              <a:ext cx="6343491" cy="4953000"/>
              <a:chOff x="666733" y="1466849"/>
              <a:chExt cx="6343491" cy="4953000"/>
            </a:xfrm>
          </p:grpSpPr>
          <p:sp>
            <p:nvSpPr>
              <p:cNvPr id="28" name="Rounded Rectangle 3">
                <a:extLst>
                  <a:ext uri="{FF2B5EF4-FFF2-40B4-BE49-F238E27FC236}">
                    <a16:creationId xmlns:a16="http://schemas.microsoft.com/office/drawing/2014/main" id="{8488D86C-8B4B-175B-F4F0-18728EFEC3F2}"/>
                  </a:ext>
                </a:extLst>
              </p:cNvPr>
              <p:cNvSpPr/>
              <p:nvPr/>
            </p:nvSpPr>
            <p:spPr>
              <a:xfrm>
                <a:off x="666733" y="1466849"/>
                <a:ext cx="6343491" cy="1447800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ound Same Side Corner Rectangle 4">
                <a:extLst>
                  <a:ext uri="{FF2B5EF4-FFF2-40B4-BE49-F238E27FC236}">
                    <a16:creationId xmlns:a16="http://schemas.microsoft.com/office/drawing/2014/main" id="{1A31CA31-7EE0-3605-ABA8-33A9EA14AB26}"/>
                  </a:ext>
                </a:extLst>
              </p:cNvPr>
              <p:cNvSpPr/>
              <p:nvPr/>
            </p:nvSpPr>
            <p:spPr>
              <a:xfrm rot="16200000">
                <a:off x="8873" y="2124709"/>
                <a:ext cx="1447800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A056093-1B01-A926-20BE-8DF2D14A1BD8}"/>
                  </a:ext>
                </a:extLst>
              </p:cNvPr>
              <p:cNvSpPr txBox="1"/>
              <p:nvPr/>
            </p:nvSpPr>
            <p:spPr>
              <a:xfrm>
                <a:off x="847703" y="1609724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Project Boundaries </a:t>
                </a:r>
              </a:p>
            </p:txBody>
          </p:sp>
          <p:pic>
            <p:nvPicPr>
              <p:cNvPr id="31" name="Picture 30" descr="image.png">
                <a:extLst>
                  <a:ext uri="{FF2B5EF4-FFF2-40B4-BE49-F238E27FC236}">
                    <a16:creationId xmlns:a16="http://schemas.microsoft.com/office/drawing/2014/main" id="{DC95CE59-D8C3-71E6-F7AE-63558612DB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847703" y="1644491"/>
                <a:ext cx="228594" cy="197167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2186468-CC3C-26E4-43FD-1E591676D466}"/>
                  </a:ext>
                </a:extLst>
              </p:cNvPr>
              <p:cNvSpPr txBox="1"/>
              <p:nvPr/>
            </p:nvSpPr>
            <p:spPr>
              <a:xfrm>
                <a:off x="847703" y="1971675"/>
                <a:ext cx="6019649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>
                    <a:solidFill>
                      <a:srgbClr val="333333"/>
                    </a:solidFill>
                  </a:rPr>
                  <a:t>This research focuses on developing a battery-efficient HAR system using only accelerometer data, with emphasis on personalized models that adapt to individual user patterns while maintaining computational efficiency.</a:t>
                </a:r>
              </a:p>
            </p:txBody>
          </p:sp>
          <p:sp>
            <p:nvSpPr>
              <p:cNvPr id="33" name="Rounded Rectangle 8">
                <a:extLst>
                  <a:ext uri="{FF2B5EF4-FFF2-40B4-BE49-F238E27FC236}">
                    <a16:creationId xmlns:a16="http://schemas.microsoft.com/office/drawing/2014/main" id="{F4ABDFEE-A95E-7C5C-F920-909D39227502}"/>
                  </a:ext>
                </a:extLst>
              </p:cNvPr>
              <p:cNvSpPr/>
              <p:nvPr/>
            </p:nvSpPr>
            <p:spPr>
              <a:xfrm>
                <a:off x="666733" y="3105149"/>
                <a:ext cx="6343491" cy="3314700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Round Same Side Corner Rectangle 9">
                <a:extLst>
                  <a:ext uri="{FF2B5EF4-FFF2-40B4-BE49-F238E27FC236}">
                    <a16:creationId xmlns:a16="http://schemas.microsoft.com/office/drawing/2014/main" id="{B226A80D-1E89-495C-70A8-F06B7AF73419}"/>
                  </a:ext>
                </a:extLst>
              </p:cNvPr>
              <p:cNvSpPr/>
              <p:nvPr/>
            </p:nvSpPr>
            <p:spPr>
              <a:xfrm rot="16200000">
                <a:off x="-924577" y="4696459"/>
                <a:ext cx="3314700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AF04D2-BA00-212F-A674-91D7E9AFB4FC}"/>
                  </a:ext>
                </a:extLst>
              </p:cNvPr>
              <p:cNvSpPr txBox="1"/>
              <p:nvPr/>
            </p:nvSpPr>
            <p:spPr>
              <a:xfrm>
                <a:off x="847703" y="3248024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In Scope </a:t>
                </a:r>
              </a:p>
            </p:txBody>
          </p:sp>
          <p:pic>
            <p:nvPicPr>
              <p:cNvPr id="36" name="Picture 35" descr="image.png">
                <a:extLst>
                  <a:ext uri="{FF2B5EF4-FFF2-40B4-BE49-F238E27FC236}">
                    <a16:creationId xmlns:a16="http://schemas.microsoft.com/office/drawing/2014/main" id="{6181D7EA-2E53-0047-6FD0-549C9BD486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47703" y="3292792"/>
                <a:ext cx="228594" cy="177164"/>
              </a:xfrm>
              <a:prstGeom prst="rect">
                <a:avLst/>
              </a:prstGeom>
            </p:spPr>
          </p:pic>
          <p:sp>
            <p:nvSpPr>
              <p:cNvPr id="37" name="Rounded Rectangle 12">
                <a:extLst>
                  <a:ext uri="{FF2B5EF4-FFF2-40B4-BE49-F238E27FC236}">
                    <a16:creationId xmlns:a16="http://schemas.microsoft.com/office/drawing/2014/main" id="{4E246A1C-C203-1077-38CE-3A0A9B30764C}"/>
                  </a:ext>
                </a:extLst>
              </p:cNvPr>
              <p:cNvSpPr/>
              <p:nvPr/>
            </p:nvSpPr>
            <p:spPr>
              <a:xfrm>
                <a:off x="847703" y="3609975"/>
                <a:ext cx="2933626" cy="1371600"/>
              </a:xfrm>
              <a:prstGeom prst="roundRect">
                <a:avLst>
                  <a:gd name="adj" fmla="val 8333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38" name="Picture 37" descr="image.png">
                <a:extLst>
                  <a:ext uri="{FF2B5EF4-FFF2-40B4-BE49-F238E27FC236}">
                    <a16:creationId xmlns:a16="http://schemas.microsoft.com/office/drawing/2014/main" id="{82F56F80-0629-85E4-CF6B-486D3396FA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62000" y="3741420"/>
                <a:ext cx="228594" cy="194309"/>
              </a:xfrm>
              <a:prstGeom prst="rect">
                <a:avLst/>
              </a:prstGeom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A2B7E07-0D41-2416-384A-09E1A9068930}"/>
                  </a:ext>
                </a:extLst>
              </p:cNvPr>
              <p:cNvSpPr txBox="1"/>
              <p:nvPr/>
            </p:nvSpPr>
            <p:spPr>
              <a:xfrm>
                <a:off x="1285842" y="3724274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Activity Classification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71DF052-7098-97CA-68F5-BA93061EEB91}"/>
                  </a:ext>
                </a:extLst>
              </p:cNvPr>
              <p:cNvSpPr txBox="1"/>
              <p:nvPr/>
            </p:nvSpPr>
            <p:spPr>
              <a:xfrm>
                <a:off x="1084556" y="3951258"/>
                <a:ext cx="2381190" cy="87629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Six basic activities: walking, walking upstairs, walking downstairs, sitting, standing, and laying</a:t>
                </a:r>
              </a:p>
            </p:txBody>
          </p:sp>
          <p:sp>
            <p:nvSpPr>
              <p:cNvPr id="41" name="Rounded Rectangle 16">
                <a:extLst>
                  <a:ext uri="{FF2B5EF4-FFF2-40B4-BE49-F238E27FC236}">
                    <a16:creationId xmlns:a16="http://schemas.microsoft.com/office/drawing/2014/main" id="{8C7359B7-8D1F-32B4-5F16-CB7E07C8B35B}"/>
                  </a:ext>
                </a:extLst>
              </p:cNvPr>
              <p:cNvSpPr/>
              <p:nvPr/>
            </p:nvSpPr>
            <p:spPr>
              <a:xfrm>
                <a:off x="3924201" y="3609975"/>
                <a:ext cx="2933626" cy="1371600"/>
              </a:xfrm>
              <a:prstGeom prst="roundRect">
                <a:avLst>
                  <a:gd name="adj" fmla="val 8333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42" name="Picture 41" descr="image.png">
                <a:extLst>
                  <a:ext uri="{FF2B5EF4-FFF2-40B4-BE49-F238E27FC236}">
                    <a16:creationId xmlns:a16="http://schemas.microsoft.com/office/drawing/2014/main" id="{C1D6287A-20F9-B055-ED93-A9A930D8AC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038499" y="3741420"/>
                <a:ext cx="228594" cy="194309"/>
              </a:xfrm>
              <a:prstGeom prst="rect">
                <a:avLst/>
              </a:prstGeom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4C4CAC-D77E-A1E6-EF31-72BF1A52884F}"/>
                  </a:ext>
                </a:extLst>
              </p:cNvPr>
              <p:cNvSpPr txBox="1"/>
              <p:nvPr/>
            </p:nvSpPr>
            <p:spPr>
              <a:xfrm>
                <a:off x="4362340" y="3724274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Sensor Data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D4D3FFB-07CF-7422-A7B7-99257810B5F0}"/>
                  </a:ext>
                </a:extLst>
              </p:cNvPr>
              <p:cNvSpPr txBox="1"/>
              <p:nvPr/>
            </p:nvSpPr>
            <p:spPr>
              <a:xfrm>
                <a:off x="4115477" y="3980495"/>
                <a:ext cx="2381190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Tri-axial accelerometer readings from smartphones and wearable devices</a:t>
                </a:r>
              </a:p>
            </p:txBody>
          </p:sp>
          <p:sp>
            <p:nvSpPr>
              <p:cNvPr id="45" name="Rounded Rectangle 20">
                <a:extLst>
                  <a:ext uri="{FF2B5EF4-FFF2-40B4-BE49-F238E27FC236}">
                    <a16:creationId xmlns:a16="http://schemas.microsoft.com/office/drawing/2014/main" id="{501D8C63-86CF-F4F4-886E-BD77D2E27EDE}"/>
                  </a:ext>
                </a:extLst>
              </p:cNvPr>
              <p:cNvSpPr/>
              <p:nvPr/>
            </p:nvSpPr>
            <p:spPr>
              <a:xfrm>
                <a:off x="847703" y="5124449"/>
                <a:ext cx="2933626" cy="1152524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46" name="Picture 45" descr="image.png">
                <a:extLst>
                  <a:ext uri="{FF2B5EF4-FFF2-40B4-BE49-F238E27FC236}">
                    <a16:creationId xmlns:a16="http://schemas.microsoft.com/office/drawing/2014/main" id="{558E8D6C-535C-265F-9E8B-38DEDA454B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62000" y="5255894"/>
                <a:ext cx="228594" cy="194309"/>
              </a:xfrm>
              <a:prstGeom prst="rect">
                <a:avLst/>
              </a:prstGeom>
            </p:spPr>
          </p:pic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2747999-77AE-A6E0-C0C7-887D2FB2419F}"/>
                  </a:ext>
                </a:extLst>
              </p:cNvPr>
              <p:cNvSpPr txBox="1"/>
              <p:nvPr/>
            </p:nvSpPr>
            <p:spPr>
              <a:xfrm>
                <a:off x="1285842" y="5238749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Feature Engineering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854120-488A-BC58-09E3-563D06CA103C}"/>
                  </a:ext>
                </a:extLst>
              </p:cNvPr>
              <p:cNvSpPr txBox="1"/>
              <p:nvPr/>
            </p:nvSpPr>
            <p:spPr>
              <a:xfrm>
                <a:off x="1084556" y="5505450"/>
                <a:ext cx="2381190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Time-domain statistical features: mean, standard deviation, correlation, entropy</a:t>
                </a:r>
              </a:p>
            </p:txBody>
          </p:sp>
          <p:sp>
            <p:nvSpPr>
              <p:cNvPr id="49" name="Rounded Rectangle 24">
                <a:extLst>
                  <a:ext uri="{FF2B5EF4-FFF2-40B4-BE49-F238E27FC236}">
                    <a16:creationId xmlns:a16="http://schemas.microsoft.com/office/drawing/2014/main" id="{4BF14E0D-B7C4-22E8-577F-2C30C30CD954}"/>
                  </a:ext>
                </a:extLst>
              </p:cNvPr>
              <p:cNvSpPr/>
              <p:nvPr/>
            </p:nvSpPr>
            <p:spPr>
              <a:xfrm>
                <a:off x="3924201" y="5124449"/>
                <a:ext cx="2933626" cy="1152524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50" name="Picture 49" descr="image.png">
                <a:extLst>
                  <a:ext uri="{FF2B5EF4-FFF2-40B4-BE49-F238E27FC236}">
                    <a16:creationId xmlns:a16="http://schemas.microsoft.com/office/drawing/2014/main" id="{F898219E-7123-34DD-0125-524FBFC6C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038499" y="5255894"/>
                <a:ext cx="228594" cy="194309"/>
              </a:xfrm>
              <a:prstGeom prst="rect">
                <a:avLst/>
              </a:prstGeom>
            </p:spPr>
          </p:pic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D22346-4F1F-2BF6-7967-C234919DF3D8}"/>
                  </a:ext>
                </a:extLst>
              </p:cNvPr>
              <p:cNvSpPr txBox="1"/>
              <p:nvPr/>
            </p:nvSpPr>
            <p:spPr>
              <a:xfrm>
                <a:off x="4362340" y="5238749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Model Comparison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296CCF8-192E-E7B1-DC52-457791A689FB}"/>
                  </a:ext>
                </a:extLst>
              </p:cNvPr>
              <p:cNvSpPr txBox="1"/>
              <p:nvPr/>
            </p:nvSpPr>
            <p:spPr>
              <a:xfrm>
                <a:off x="4219468" y="5505450"/>
                <a:ext cx="2381190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General model vs. personalized models with accuracy and energy consumption metrics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9C69072-65F7-725D-1C24-FB4898BB1036}"/>
                </a:ext>
              </a:extLst>
            </p:cNvPr>
            <p:cNvGrpSpPr/>
            <p:nvPr/>
          </p:nvGrpSpPr>
          <p:grpSpPr>
            <a:xfrm>
              <a:off x="7208795" y="975922"/>
              <a:ext cx="4837893" cy="2838451"/>
              <a:chOff x="666733" y="6610348"/>
              <a:chExt cx="6343491" cy="3095626"/>
            </a:xfrm>
          </p:grpSpPr>
          <p:sp>
            <p:nvSpPr>
              <p:cNvPr id="8" name="Rounded Rectangle 28">
                <a:extLst>
                  <a:ext uri="{FF2B5EF4-FFF2-40B4-BE49-F238E27FC236}">
                    <a16:creationId xmlns:a16="http://schemas.microsoft.com/office/drawing/2014/main" id="{C4D4877B-D9B1-09FB-4BAB-45E2D0FDC0F9}"/>
                  </a:ext>
                </a:extLst>
              </p:cNvPr>
              <p:cNvSpPr/>
              <p:nvPr/>
            </p:nvSpPr>
            <p:spPr>
              <a:xfrm>
                <a:off x="666733" y="6610349"/>
                <a:ext cx="6343491" cy="3095625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ound Same Side Corner Rectangle 29">
                <a:extLst>
                  <a:ext uri="{FF2B5EF4-FFF2-40B4-BE49-F238E27FC236}">
                    <a16:creationId xmlns:a16="http://schemas.microsoft.com/office/drawing/2014/main" id="{C2FBC1CB-B175-57E4-CF9A-CFCE621E3ED2}"/>
                  </a:ext>
                </a:extLst>
              </p:cNvPr>
              <p:cNvSpPr/>
              <p:nvPr/>
            </p:nvSpPr>
            <p:spPr>
              <a:xfrm rot="16200000">
                <a:off x="-815039" y="8092121"/>
                <a:ext cx="3095625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1E3ED6-02C1-9139-515A-B05F7B35ACE9}"/>
                  </a:ext>
                </a:extLst>
              </p:cNvPr>
              <p:cNvSpPr txBox="1"/>
              <p:nvPr/>
            </p:nvSpPr>
            <p:spPr>
              <a:xfrm>
                <a:off x="847703" y="6753224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Out of Scope </a:t>
                </a:r>
              </a:p>
            </p:txBody>
          </p:sp>
          <p:pic>
            <p:nvPicPr>
              <p:cNvPr id="11" name="Picture 10" descr="image.png">
                <a:extLst>
                  <a:ext uri="{FF2B5EF4-FFF2-40B4-BE49-F238E27FC236}">
                    <a16:creationId xmlns:a16="http://schemas.microsoft.com/office/drawing/2014/main" id="{E8280E21-ECBF-5FED-371B-377E4B1969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47703" y="6789419"/>
                <a:ext cx="228594" cy="194309"/>
              </a:xfrm>
              <a:prstGeom prst="rect">
                <a:avLst/>
              </a:prstGeom>
            </p:spPr>
          </p:pic>
          <p:sp>
            <p:nvSpPr>
              <p:cNvPr id="12" name="Rounded Rectangle 32">
                <a:extLst>
                  <a:ext uri="{FF2B5EF4-FFF2-40B4-BE49-F238E27FC236}">
                    <a16:creationId xmlns:a16="http://schemas.microsoft.com/office/drawing/2014/main" id="{C583866B-6820-763C-700F-AC9A0DF9D0EC}"/>
                  </a:ext>
                </a:extLst>
              </p:cNvPr>
              <p:cNvSpPr/>
              <p:nvPr/>
            </p:nvSpPr>
            <p:spPr>
              <a:xfrm>
                <a:off x="847703" y="7115175"/>
                <a:ext cx="2933626" cy="1152524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3" name="Picture 12" descr="image.png">
                <a:extLst>
                  <a:ext uri="{FF2B5EF4-FFF2-40B4-BE49-F238E27FC236}">
                    <a16:creationId xmlns:a16="http://schemas.microsoft.com/office/drawing/2014/main" id="{8953C936-3329-7657-9C38-9349871CB7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962000" y="7246619"/>
                <a:ext cx="228594" cy="194309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6E3E07-664F-C083-B2CD-CDBE08B7D98E}"/>
                  </a:ext>
                </a:extLst>
              </p:cNvPr>
              <p:cNvSpPr txBox="1"/>
              <p:nvPr/>
            </p:nvSpPr>
            <p:spPr>
              <a:xfrm>
                <a:off x="1285842" y="7229475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Advanced Activities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5CFC23C-ACCF-0E1B-1410-740C9025EC3B}"/>
                  </a:ext>
                </a:extLst>
              </p:cNvPr>
              <p:cNvSpPr txBox="1"/>
              <p:nvPr/>
            </p:nvSpPr>
            <p:spPr>
              <a:xfrm>
                <a:off x="1285842" y="7496174"/>
                <a:ext cx="2381190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Complex activities like sports, dancing, or specific medical conditions detection</a:t>
                </a:r>
              </a:p>
            </p:txBody>
          </p:sp>
          <p:sp>
            <p:nvSpPr>
              <p:cNvPr id="16" name="Rounded Rectangle 36">
                <a:extLst>
                  <a:ext uri="{FF2B5EF4-FFF2-40B4-BE49-F238E27FC236}">
                    <a16:creationId xmlns:a16="http://schemas.microsoft.com/office/drawing/2014/main" id="{D69B4B31-ECD0-9C8C-6175-721F75D28D14}"/>
                  </a:ext>
                </a:extLst>
              </p:cNvPr>
              <p:cNvSpPr/>
              <p:nvPr/>
            </p:nvSpPr>
            <p:spPr>
              <a:xfrm>
                <a:off x="3924201" y="7115175"/>
                <a:ext cx="2933626" cy="1152524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7" name="Picture 16" descr="image.png">
                <a:extLst>
                  <a:ext uri="{FF2B5EF4-FFF2-40B4-BE49-F238E27FC236}">
                    <a16:creationId xmlns:a16="http://schemas.microsoft.com/office/drawing/2014/main" id="{0A920E3E-0BD1-1E09-758B-8B2BA00CAA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8499" y="7246619"/>
                <a:ext cx="228594" cy="194309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D8B5E5-305F-D3DA-005E-AE44A83B1DF8}"/>
                  </a:ext>
                </a:extLst>
              </p:cNvPr>
              <p:cNvSpPr txBox="1"/>
              <p:nvPr/>
            </p:nvSpPr>
            <p:spPr>
              <a:xfrm>
                <a:off x="4362340" y="7229475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Multi-Sensor Integration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FE7308E-F177-F7F4-454B-2F7060EFA939}"/>
                  </a:ext>
                </a:extLst>
              </p:cNvPr>
              <p:cNvSpPr txBox="1"/>
              <p:nvPr/>
            </p:nvSpPr>
            <p:spPr>
              <a:xfrm>
                <a:off x="4362340" y="7496174"/>
                <a:ext cx="2381190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Systems requiring gyroscope, magnetometer, or other sensor combinations</a:t>
                </a:r>
              </a:p>
            </p:txBody>
          </p:sp>
          <p:sp>
            <p:nvSpPr>
              <p:cNvPr id="20" name="Rounded Rectangle 40">
                <a:extLst>
                  <a:ext uri="{FF2B5EF4-FFF2-40B4-BE49-F238E27FC236}">
                    <a16:creationId xmlns:a16="http://schemas.microsoft.com/office/drawing/2014/main" id="{2A2BF682-44E4-DA49-F3B8-296FEBBBD559}"/>
                  </a:ext>
                </a:extLst>
              </p:cNvPr>
              <p:cNvSpPr/>
              <p:nvPr/>
            </p:nvSpPr>
            <p:spPr>
              <a:xfrm>
                <a:off x="847703" y="8410575"/>
                <a:ext cx="2933626" cy="1152524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21" name="Picture 20" descr="image.png">
                <a:extLst>
                  <a:ext uri="{FF2B5EF4-FFF2-40B4-BE49-F238E27FC236}">
                    <a16:creationId xmlns:a16="http://schemas.microsoft.com/office/drawing/2014/main" id="{4A045173-73CA-5CB0-F157-8E34494C3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962000" y="8542019"/>
                <a:ext cx="228594" cy="194309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1B9E3EF-1AD3-2612-CEDE-BB06747B4FFB}"/>
                  </a:ext>
                </a:extLst>
              </p:cNvPr>
              <p:cNvSpPr txBox="1"/>
              <p:nvPr/>
            </p:nvSpPr>
            <p:spPr>
              <a:xfrm>
                <a:off x="1285842" y="8524875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Real-time Cloud Processing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6BB209-4071-3E1F-6065-126949864FB6}"/>
                  </a:ext>
                </a:extLst>
              </p:cNvPr>
              <p:cNvSpPr txBox="1"/>
              <p:nvPr/>
            </p:nvSpPr>
            <p:spPr>
              <a:xfrm>
                <a:off x="1285842" y="8791574"/>
                <a:ext cx="2381190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Solutions that rely on continuous cloud connectivity for computation</a:t>
                </a:r>
              </a:p>
            </p:txBody>
          </p:sp>
          <p:sp>
            <p:nvSpPr>
              <p:cNvPr id="24" name="Rounded Rectangle 44">
                <a:extLst>
                  <a:ext uri="{FF2B5EF4-FFF2-40B4-BE49-F238E27FC236}">
                    <a16:creationId xmlns:a16="http://schemas.microsoft.com/office/drawing/2014/main" id="{8E77C413-B493-6A32-96FD-7C638442A91F}"/>
                  </a:ext>
                </a:extLst>
              </p:cNvPr>
              <p:cNvSpPr/>
              <p:nvPr/>
            </p:nvSpPr>
            <p:spPr>
              <a:xfrm>
                <a:off x="3924201" y="8410575"/>
                <a:ext cx="2933626" cy="1152524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25" name="Picture 24" descr="image.png">
                <a:extLst>
                  <a:ext uri="{FF2B5EF4-FFF2-40B4-BE49-F238E27FC236}">
                    <a16:creationId xmlns:a16="http://schemas.microsoft.com/office/drawing/2014/main" id="{9172A131-3FC7-9D24-98B6-7F1B4A111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8499" y="8542019"/>
                <a:ext cx="228594" cy="194309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DF36F8D-10CD-163D-ECEA-BA6E3012FC98}"/>
                  </a:ext>
                </a:extLst>
              </p:cNvPr>
              <p:cNvSpPr txBox="1"/>
              <p:nvPr/>
            </p:nvSpPr>
            <p:spPr>
              <a:xfrm>
                <a:off x="4362340" y="8524875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Hardware Implementation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E925F4-24F4-BA49-9797-A51AE86CACA1}"/>
                  </a:ext>
                </a:extLst>
              </p:cNvPr>
              <p:cNvSpPr txBox="1"/>
              <p:nvPr/>
            </p:nvSpPr>
            <p:spPr>
              <a:xfrm>
                <a:off x="4362340" y="8791574"/>
                <a:ext cx="2381190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Custom hardware development or sensor design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8EE012B-9FDC-3F9E-4B8F-D1C30B6B764D}"/>
                </a:ext>
              </a:extLst>
            </p:cNvPr>
            <p:cNvSpPr/>
            <p:nvPr/>
          </p:nvSpPr>
          <p:spPr>
            <a:xfrm>
              <a:off x="7295967" y="3952874"/>
              <a:ext cx="4228994" cy="2165898"/>
            </a:xfrm>
            <a:prstGeom prst="rect">
              <a:avLst/>
            </a:prstGeom>
            <a:blipFill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6B7D3F3-291D-72B8-8F96-EE946BB7589A}"/>
                </a:ext>
              </a:extLst>
            </p:cNvPr>
            <p:cNvSpPr txBox="1"/>
            <p:nvPr/>
          </p:nvSpPr>
          <p:spPr>
            <a:xfrm>
              <a:off x="7313781" y="6257273"/>
              <a:ext cx="4228994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1300"/>
                </a:spcBef>
                <a:spcAft>
                  <a:spcPts val="0"/>
                </a:spcAft>
              </a:pPr>
              <a:r>
                <a:rPr sz="1076" b="0" dirty="0">
                  <a:solidFill>
                    <a:srgbClr val="666666"/>
                  </a:solidFill>
                </a:rPr>
                <a:t>Scope of wearable sensor-based activity recognition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175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24D8007-E40D-5615-5D25-2E5EB1CB24DE}"/>
              </a:ext>
            </a:extLst>
          </p:cNvPr>
          <p:cNvGrpSpPr/>
          <p:nvPr/>
        </p:nvGrpSpPr>
        <p:grpSpPr>
          <a:xfrm>
            <a:off x="600692" y="692946"/>
            <a:ext cx="11591003" cy="6037985"/>
            <a:chOff x="600692" y="692946"/>
            <a:chExt cx="11591003" cy="603798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C68FA32-8589-5887-C2D0-80A8F81BF393}"/>
                </a:ext>
              </a:extLst>
            </p:cNvPr>
            <p:cNvSpPr txBox="1"/>
            <p:nvPr/>
          </p:nvSpPr>
          <p:spPr>
            <a:xfrm>
              <a:off x="798814" y="692946"/>
              <a:ext cx="10858228" cy="4762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2392" b="1" dirty="0">
                  <a:solidFill>
                    <a:srgbClr val="B30000"/>
                  </a:solidFill>
                </a:rPr>
                <a:t>Summary of Past Research and Gap Identified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0611596-989B-BF2A-E3BD-945844AC71AE}"/>
                </a:ext>
              </a:extLst>
            </p:cNvPr>
            <p:cNvGrpSpPr/>
            <p:nvPr/>
          </p:nvGrpSpPr>
          <p:grpSpPr>
            <a:xfrm>
              <a:off x="666733" y="1466848"/>
              <a:ext cx="6343491" cy="2942625"/>
              <a:chOff x="666733" y="1466848"/>
              <a:chExt cx="6343491" cy="3767051"/>
            </a:xfrm>
          </p:grpSpPr>
          <p:sp>
            <p:nvSpPr>
              <p:cNvPr id="22" name="Rounded Rectangle 3">
                <a:extLst>
                  <a:ext uri="{FF2B5EF4-FFF2-40B4-BE49-F238E27FC236}">
                    <a16:creationId xmlns:a16="http://schemas.microsoft.com/office/drawing/2014/main" id="{F18806FA-2E64-089F-799F-4B6FF1BF704F}"/>
                  </a:ext>
                </a:extLst>
              </p:cNvPr>
              <p:cNvSpPr/>
              <p:nvPr/>
            </p:nvSpPr>
            <p:spPr>
              <a:xfrm>
                <a:off x="666733" y="1481050"/>
                <a:ext cx="6343491" cy="3752849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Round Same Side Corner Rectangle 4">
                <a:extLst>
                  <a:ext uri="{FF2B5EF4-FFF2-40B4-BE49-F238E27FC236}">
                    <a16:creationId xmlns:a16="http://schemas.microsoft.com/office/drawing/2014/main" id="{85DC2E52-36EB-331E-A161-D792D0F2AE0A}"/>
                  </a:ext>
                </a:extLst>
              </p:cNvPr>
              <p:cNvSpPr/>
              <p:nvPr/>
            </p:nvSpPr>
            <p:spPr>
              <a:xfrm rot="16200000">
                <a:off x="-1143651" y="3277233"/>
                <a:ext cx="3752849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192D251-4995-5EA2-B1A9-3867EF9E5A15}"/>
                  </a:ext>
                </a:extLst>
              </p:cNvPr>
              <p:cNvSpPr txBox="1"/>
              <p:nvPr/>
            </p:nvSpPr>
            <p:spPr>
              <a:xfrm>
                <a:off x="847703" y="1600618"/>
                <a:ext cx="6019649" cy="266698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Evolution of HAR Research </a:t>
                </a:r>
              </a:p>
            </p:txBody>
          </p:sp>
          <p:pic>
            <p:nvPicPr>
              <p:cNvPr id="25" name="Picture 24" descr="image.png">
                <a:extLst>
                  <a:ext uri="{FF2B5EF4-FFF2-40B4-BE49-F238E27FC236}">
                    <a16:creationId xmlns:a16="http://schemas.microsoft.com/office/drawing/2014/main" id="{C8C9854E-B7AD-4666-3FA2-106C8DD8B0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847703" y="1654492"/>
                <a:ext cx="228594" cy="177164"/>
              </a:xfrm>
              <a:prstGeom prst="rect">
                <a:avLst/>
              </a:prstGeom>
            </p:spPr>
          </p:pic>
          <p:sp>
            <p:nvSpPr>
              <p:cNvPr id="26" name="Rounded Rectangle 7">
                <a:extLst>
                  <a:ext uri="{FF2B5EF4-FFF2-40B4-BE49-F238E27FC236}">
                    <a16:creationId xmlns:a16="http://schemas.microsoft.com/office/drawing/2014/main" id="{FBDA93AA-09D1-F670-5489-5318F8200BCA}"/>
                  </a:ext>
                </a:extLst>
              </p:cNvPr>
              <p:cNvSpPr/>
              <p:nvPr/>
            </p:nvSpPr>
            <p:spPr>
              <a:xfrm>
                <a:off x="847703" y="1971675"/>
                <a:ext cx="2933626" cy="1590675"/>
              </a:xfrm>
              <a:prstGeom prst="roundRect">
                <a:avLst>
                  <a:gd name="adj" fmla="val 7185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AE503F9-FF43-BA55-5856-C3E4751FB49F}"/>
                  </a:ext>
                </a:extLst>
              </p:cNvPr>
              <p:cNvSpPr txBox="1"/>
              <p:nvPr/>
            </p:nvSpPr>
            <p:spPr>
              <a:xfrm>
                <a:off x="962000" y="2085975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076" b="1">
                    <a:solidFill>
                      <a:srgbClr val="B30000"/>
                    </a:solidFill>
                  </a:rPr>
                  <a:t> Early Research (1990s-2004) </a:t>
                </a:r>
              </a:p>
            </p:txBody>
          </p:sp>
          <p:pic>
            <p:nvPicPr>
              <p:cNvPr id="28" name="Picture 27" descr="image.png">
                <a:extLst>
                  <a:ext uri="{FF2B5EF4-FFF2-40B4-BE49-F238E27FC236}">
                    <a16:creationId xmlns:a16="http://schemas.microsoft.com/office/drawing/2014/main" id="{587D83B8-F2E2-0FF7-A619-34F67B8F1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62000" y="2136672"/>
                <a:ext cx="171445" cy="127204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E1DD036-DBAF-0B5E-AB62-26C2E631B4EF}"/>
                  </a:ext>
                </a:extLst>
              </p:cNvPr>
              <p:cNvSpPr txBox="1"/>
              <p:nvPr/>
            </p:nvSpPr>
            <p:spPr>
              <a:xfrm>
                <a:off x="962000" y="2352675"/>
                <a:ext cx="2705032" cy="87629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• Laboratory-controlled environments</a:t>
                </a:r>
                <a:r>
                  <a:rPr sz="1104"/>
                  <a:t>
</a:t>
                </a:r>
                <a:r>
                  <a:rPr sz="1076" b="0">
                    <a:solidFill>
                      <a:srgbClr val="333333"/>
                    </a:solidFill>
                  </a:rPr>
                  <a:t>• Bulky sensors &amp; motion capture</a:t>
                </a:r>
                <a:r>
                  <a:rPr sz="1104"/>
                  <a:t>
</a:t>
                </a:r>
                <a:r>
                  <a:rPr sz="1076" b="0">
                    <a:solidFill>
                      <a:srgbClr val="333333"/>
                    </a:solidFill>
                  </a:rPr>
                  <a:t>• First practical accelerometer-based HAR (Bao &amp; Intille)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62B7B87-7D54-8532-5CAE-D93D43FF9EFF}"/>
                  </a:ext>
                </a:extLst>
              </p:cNvPr>
              <p:cNvSpPr txBox="1"/>
              <p:nvPr/>
            </p:nvSpPr>
            <p:spPr>
              <a:xfrm>
                <a:off x="4038499" y="2085975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076" b="1">
                    <a:solidFill>
                      <a:srgbClr val="B30000"/>
                    </a:solidFill>
                  </a:rPr>
                  <a:t> Mobile Era (2010-2015) </a:t>
                </a:r>
              </a:p>
            </p:txBody>
          </p:sp>
          <p:pic>
            <p:nvPicPr>
              <p:cNvPr id="31" name="Picture 30" descr="image.png">
                <a:extLst>
                  <a:ext uri="{FF2B5EF4-FFF2-40B4-BE49-F238E27FC236}">
                    <a16:creationId xmlns:a16="http://schemas.microsoft.com/office/drawing/2014/main" id="{C0FC70EA-4315-3CC1-C663-2324BF469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038499" y="2120080"/>
                <a:ext cx="171445" cy="160388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E3F2938-059E-75DB-5FF7-9F417EE0DA91}"/>
                  </a:ext>
                </a:extLst>
              </p:cNvPr>
              <p:cNvSpPr txBox="1"/>
              <p:nvPr/>
            </p:nvSpPr>
            <p:spPr>
              <a:xfrm>
                <a:off x="4038499" y="2352675"/>
                <a:ext cx="2705032" cy="1095374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• Multiple onboard sensors emergence</a:t>
                </a:r>
                <a:r>
                  <a:rPr sz="1104"/>
                  <a:t>
</a:t>
                </a:r>
                <a:r>
                  <a:rPr sz="1076" b="0">
                    <a:solidFill>
                      <a:srgbClr val="333333"/>
                    </a:solidFill>
                  </a:rPr>
                  <a:t>• Natural environment data collection</a:t>
                </a:r>
                <a:r>
                  <a:rPr sz="1104"/>
                  <a:t>
</a:t>
                </a:r>
                <a:r>
                  <a:rPr sz="1076" b="0">
                    <a:solidFill>
                      <a:srgbClr val="333333"/>
                    </a:solidFill>
                  </a:rPr>
                  <a:t>• Energy consumption challenges identified</a:t>
                </a:r>
              </a:p>
            </p:txBody>
          </p:sp>
          <p:sp>
            <p:nvSpPr>
              <p:cNvPr id="33" name="Rounded Rectangle 15">
                <a:extLst>
                  <a:ext uri="{FF2B5EF4-FFF2-40B4-BE49-F238E27FC236}">
                    <a16:creationId xmlns:a16="http://schemas.microsoft.com/office/drawing/2014/main" id="{85FC4911-D4D6-53F3-E000-7C2C85C94A70}"/>
                  </a:ext>
                </a:extLst>
              </p:cNvPr>
              <p:cNvSpPr/>
              <p:nvPr/>
            </p:nvSpPr>
            <p:spPr>
              <a:xfrm>
                <a:off x="847703" y="3705224"/>
                <a:ext cx="2933626" cy="1371600"/>
              </a:xfrm>
              <a:prstGeom prst="roundRect">
                <a:avLst>
                  <a:gd name="adj" fmla="val 8333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D7E78AE-4CD0-6DFC-AC4A-2F250CB86FE2}"/>
                  </a:ext>
                </a:extLst>
              </p:cNvPr>
              <p:cNvSpPr txBox="1"/>
              <p:nvPr/>
            </p:nvSpPr>
            <p:spPr>
              <a:xfrm>
                <a:off x="962000" y="3819524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076" b="1">
                    <a:solidFill>
                      <a:srgbClr val="B30000"/>
                    </a:solidFill>
                  </a:rPr>
                  <a:t> Efficiency Focus (2016-2018) </a:t>
                </a:r>
              </a:p>
            </p:txBody>
          </p:sp>
          <p:pic>
            <p:nvPicPr>
              <p:cNvPr id="35" name="Picture 34" descr="image.png">
                <a:extLst>
                  <a:ext uri="{FF2B5EF4-FFF2-40B4-BE49-F238E27FC236}">
                    <a16:creationId xmlns:a16="http://schemas.microsoft.com/office/drawing/2014/main" id="{E8906BB8-3FFC-7D7D-1B51-F943D3EF90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62000" y="3859161"/>
                <a:ext cx="171445" cy="149327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AFB3855-BC0B-7D47-D76E-F9C86DE16A3F}"/>
                  </a:ext>
                </a:extLst>
              </p:cNvPr>
              <p:cNvSpPr txBox="1"/>
              <p:nvPr/>
            </p:nvSpPr>
            <p:spPr>
              <a:xfrm>
                <a:off x="962000" y="4086225"/>
                <a:ext cx="2705032" cy="87629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• Adaptive sampling strategies</a:t>
                </a:r>
                <a:r>
                  <a:rPr sz="1104"/>
                  <a:t>
</a:t>
                </a:r>
                <a:r>
                  <a:rPr sz="1076" b="0">
                    <a:solidFill>
                      <a:srgbClr val="333333"/>
                    </a:solidFill>
                  </a:rPr>
                  <a:t>• Compressed classification</a:t>
                </a:r>
                <a:r>
                  <a:rPr sz="1104"/>
                  <a:t>
</a:t>
                </a:r>
                <a:r>
                  <a:rPr sz="1076" b="0">
                    <a:solidFill>
                      <a:srgbClr val="333333"/>
                    </a:solidFill>
                  </a:rPr>
                  <a:t>• Deep learning accuracy vs. power trade-off</a:t>
                </a:r>
              </a:p>
            </p:txBody>
          </p:sp>
          <p:sp>
            <p:nvSpPr>
              <p:cNvPr id="37" name="Rounded Rectangle 19">
                <a:extLst>
                  <a:ext uri="{FF2B5EF4-FFF2-40B4-BE49-F238E27FC236}">
                    <a16:creationId xmlns:a16="http://schemas.microsoft.com/office/drawing/2014/main" id="{5FC28A6C-FE7B-113A-4AF3-CE5214B42CDE}"/>
                  </a:ext>
                </a:extLst>
              </p:cNvPr>
              <p:cNvSpPr/>
              <p:nvPr/>
            </p:nvSpPr>
            <p:spPr>
              <a:xfrm>
                <a:off x="3924201" y="3705224"/>
                <a:ext cx="2933626" cy="1371600"/>
              </a:xfrm>
              <a:prstGeom prst="roundRect">
                <a:avLst>
                  <a:gd name="adj" fmla="val 8333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89ED5D-1D80-40D0-9DD3-A999E7F4554E}"/>
                  </a:ext>
                </a:extLst>
              </p:cNvPr>
              <p:cNvSpPr txBox="1"/>
              <p:nvPr/>
            </p:nvSpPr>
            <p:spPr>
              <a:xfrm>
                <a:off x="4038499" y="3819524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076" b="1">
                    <a:solidFill>
                      <a:srgbClr val="B30000"/>
                    </a:solidFill>
                  </a:rPr>
                  <a:t> Personalization Era (2019-2024) </a:t>
                </a:r>
              </a:p>
            </p:txBody>
          </p:sp>
          <p:pic>
            <p:nvPicPr>
              <p:cNvPr id="39" name="Picture 38" descr="image.png">
                <a:extLst>
                  <a:ext uri="{FF2B5EF4-FFF2-40B4-BE49-F238E27FC236}">
                    <a16:creationId xmlns:a16="http://schemas.microsoft.com/office/drawing/2014/main" id="{AE4E04BE-8C6D-5E07-449F-49D6181BCA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8499" y="3870222"/>
                <a:ext cx="171445" cy="127204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E6560A2-D1B6-0DEB-CB98-6F70199E22B3}"/>
                  </a:ext>
                </a:extLst>
              </p:cNvPr>
              <p:cNvSpPr txBox="1"/>
              <p:nvPr/>
            </p:nvSpPr>
            <p:spPr>
              <a:xfrm>
                <a:off x="4038499" y="4086225"/>
                <a:ext cx="2705032" cy="87629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• User-specific model fine-tuning</a:t>
                </a:r>
                <a:r>
                  <a:rPr sz="1104" dirty="0"/>
                  <a:t>
</a:t>
                </a:r>
                <a:r>
                  <a:rPr sz="1076" b="0" dirty="0">
                    <a:solidFill>
                      <a:srgbClr val="333333"/>
                    </a:solidFill>
                  </a:rPr>
                  <a:t>• On-device intelligence</a:t>
                </a:r>
                <a:r>
                  <a:rPr sz="1104" dirty="0"/>
                  <a:t>
</a:t>
                </a:r>
                <a:r>
                  <a:rPr sz="1076" b="0" dirty="0">
                    <a:solidFill>
                      <a:srgbClr val="333333"/>
                    </a:solidFill>
                  </a:rPr>
                  <a:t>• Lightweight frameworks for embedded systems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D285A3B-0970-1433-8251-7F41B1088D0B}"/>
                </a:ext>
              </a:extLst>
            </p:cNvPr>
            <p:cNvGrpSpPr/>
            <p:nvPr/>
          </p:nvGrpSpPr>
          <p:grpSpPr>
            <a:xfrm>
              <a:off x="7079604" y="1511805"/>
              <a:ext cx="5112091" cy="2613978"/>
              <a:chOff x="598926" y="5319826"/>
              <a:chExt cx="6449395" cy="2613978"/>
            </a:xfrm>
          </p:grpSpPr>
          <p:sp>
            <p:nvSpPr>
              <p:cNvPr id="14" name="Rounded Rectangle 23">
                <a:extLst>
                  <a:ext uri="{FF2B5EF4-FFF2-40B4-BE49-F238E27FC236}">
                    <a16:creationId xmlns:a16="http://schemas.microsoft.com/office/drawing/2014/main" id="{2841D1C2-A378-FE8A-1C22-EABF88BA4FBB}"/>
                  </a:ext>
                </a:extLst>
              </p:cNvPr>
              <p:cNvSpPr/>
              <p:nvPr/>
            </p:nvSpPr>
            <p:spPr>
              <a:xfrm>
                <a:off x="685781" y="5319826"/>
                <a:ext cx="6181571" cy="2567986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ound Same Side Corner Rectangle 24">
                <a:extLst>
                  <a:ext uri="{FF2B5EF4-FFF2-40B4-BE49-F238E27FC236}">
                    <a16:creationId xmlns:a16="http://schemas.microsoft.com/office/drawing/2014/main" id="{3228A607-0556-6B04-CA01-9DDC0B04D973}"/>
                  </a:ext>
                </a:extLst>
              </p:cNvPr>
              <p:cNvSpPr/>
              <p:nvPr/>
            </p:nvSpPr>
            <p:spPr>
              <a:xfrm rot="16200000">
                <a:off x="-641639" y="6566826"/>
                <a:ext cx="2567985" cy="8685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D3B892-A224-72E8-342E-D8F2D45D80D3}"/>
                  </a:ext>
                </a:extLst>
              </p:cNvPr>
              <p:cNvSpPr txBox="1"/>
              <p:nvPr/>
            </p:nvSpPr>
            <p:spPr>
              <a:xfrm>
                <a:off x="847703" y="5553074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Existing Approaches &amp; Limitations 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A9B676-EC3E-8D95-01BD-4CB0079AFE94}"/>
                  </a:ext>
                </a:extLst>
              </p:cNvPr>
              <p:cNvSpPr txBox="1"/>
              <p:nvPr/>
            </p:nvSpPr>
            <p:spPr>
              <a:xfrm>
                <a:off x="847704" y="5915025"/>
                <a:ext cx="4673164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 dirty="0">
                    <a:solidFill>
                      <a:srgbClr val="333333"/>
                    </a:solidFill>
                  </a:rPr>
                  <a:t>While deep learning approaches achieve high accuracy, they require substantial computational resources. Conversely, lightweight models conserve energy but often sacrifice recognition precision.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81A6EC3-0E1C-21E0-9426-A79F911A810A}"/>
                  </a:ext>
                </a:extLst>
              </p:cNvPr>
              <p:cNvSpPr txBox="1"/>
              <p:nvPr/>
            </p:nvSpPr>
            <p:spPr>
              <a:xfrm>
                <a:off x="943227" y="6817409"/>
                <a:ext cx="2705031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 dirty="0">
                    <a:solidFill>
                      <a:srgbClr val="B30000"/>
                    </a:solidFill>
                  </a:rPr>
                  <a:t> </a:t>
                </a:r>
                <a:r>
                  <a:rPr sz="1104" dirty="0"/>
                  <a:t>  </a:t>
                </a:r>
                <a:r>
                  <a:rPr sz="1076" b="1" dirty="0">
                    <a:solidFill>
                      <a:srgbClr val="B30000"/>
                    </a:solidFill>
                  </a:rPr>
                  <a:t> Feature Engineering 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7663C2-8F36-29E3-F7E2-E0D55931BBD3}"/>
                  </a:ext>
                </a:extLst>
              </p:cNvPr>
              <p:cNvSpPr txBox="1"/>
              <p:nvPr/>
            </p:nvSpPr>
            <p:spPr>
              <a:xfrm>
                <a:off x="962000" y="6986493"/>
                <a:ext cx="2406825" cy="947311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• Handcrafted features, PCA, LDA</a:t>
                </a:r>
                <a:r>
                  <a:rPr sz="1104" dirty="0"/>
                  <a:t>
</a:t>
                </a:r>
                <a:r>
                  <a:rPr sz="1076" b="0" dirty="0">
                    <a:solidFill>
                      <a:srgbClr val="333333"/>
                    </a:solidFill>
                  </a:rPr>
                  <a:t>• Dimensionality reduction</a:t>
                </a:r>
                <a:r>
                  <a:rPr sz="1104" dirty="0"/>
                  <a:t>
</a:t>
                </a:r>
                <a:r>
                  <a:rPr sz="1076" b="0" dirty="0">
                    <a:solidFill>
                      <a:srgbClr val="333333"/>
                    </a:solidFill>
                  </a:rPr>
                  <a:t>• Manual feature selection limitations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9EAB18-3000-4010-219D-A3C6CE3FD64F}"/>
                  </a:ext>
                </a:extLst>
              </p:cNvPr>
              <p:cNvSpPr txBox="1"/>
              <p:nvPr/>
            </p:nvSpPr>
            <p:spPr>
              <a:xfrm>
                <a:off x="3642439" y="6770452"/>
                <a:ext cx="2705031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 dirty="0">
                    <a:solidFill>
                      <a:srgbClr val="B30000"/>
                    </a:solidFill>
                  </a:rPr>
                  <a:t> </a:t>
                </a:r>
                <a:r>
                  <a:rPr sz="1104" dirty="0"/>
                  <a:t>  </a:t>
                </a:r>
                <a:r>
                  <a:rPr sz="1076" b="1" dirty="0">
                    <a:solidFill>
                      <a:srgbClr val="B30000"/>
                    </a:solidFill>
                  </a:rPr>
                  <a:t> Machine Learning Models 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6F73193-649C-FCE9-09AD-3851B4B54EAC}"/>
                  </a:ext>
                </a:extLst>
              </p:cNvPr>
              <p:cNvSpPr txBox="1"/>
              <p:nvPr/>
            </p:nvSpPr>
            <p:spPr>
              <a:xfrm>
                <a:off x="3543210" y="7061119"/>
                <a:ext cx="3505111" cy="616194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• Lightweight algorithms (Logistic Regression)</a:t>
                </a:r>
                <a:r>
                  <a:rPr sz="1104" dirty="0"/>
                  <a:t>
</a:t>
                </a:r>
                <a:r>
                  <a:rPr sz="1076" b="0" dirty="0">
                    <a:solidFill>
                      <a:srgbClr val="333333"/>
                    </a:solidFill>
                  </a:rPr>
                  <a:t>• Deep learning (CNNs, LSTMs)</a:t>
                </a:r>
                <a:r>
                  <a:rPr sz="1104" dirty="0"/>
                  <a:t>
</a:t>
                </a:r>
                <a:r>
                  <a:rPr sz="1076" b="0" dirty="0">
                    <a:solidFill>
                      <a:srgbClr val="333333"/>
                    </a:solidFill>
                  </a:rPr>
                  <a:t>• Computational cost vs. accuracy trade-off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E6E1472-6E7A-5442-E77B-171264417465}"/>
                </a:ext>
              </a:extLst>
            </p:cNvPr>
            <p:cNvGrpSpPr/>
            <p:nvPr/>
          </p:nvGrpSpPr>
          <p:grpSpPr>
            <a:xfrm>
              <a:off x="600692" y="4939569"/>
              <a:ext cx="6475571" cy="1458893"/>
              <a:chOff x="666733" y="8877299"/>
              <a:chExt cx="6475571" cy="1458893"/>
            </a:xfrm>
          </p:grpSpPr>
          <p:sp>
            <p:nvSpPr>
              <p:cNvPr id="9" name="Rounded Rectangle 36">
                <a:extLst>
                  <a:ext uri="{FF2B5EF4-FFF2-40B4-BE49-F238E27FC236}">
                    <a16:creationId xmlns:a16="http://schemas.microsoft.com/office/drawing/2014/main" id="{6D6D6509-E2F3-A497-51F8-BAED1CFAFE80}"/>
                  </a:ext>
                </a:extLst>
              </p:cNvPr>
              <p:cNvSpPr/>
              <p:nvPr/>
            </p:nvSpPr>
            <p:spPr>
              <a:xfrm>
                <a:off x="798813" y="8888392"/>
                <a:ext cx="6343491" cy="1447800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ound Same Side Corner Rectangle 37">
                <a:extLst>
                  <a:ext uri="{FF2B5EF4-FFF2-40B4-BE49-F238E27FC236}">
                    <a16:creationId xmlns:a16="http://schemas.microsoft.com/office/drawing/2014/main" id="{BD9BD2BA-176D-0E67-FE18-4828930D0BE7}"/>
                  </a:ext>
                </a:extLst>
              </p:cNvPr>
              <p:cNvSpPr/>
              <p:nvPr/>
            </p:nvSpPr>
            <p:spPr>
              <a:xfrm rot="16200000">
                <a:off x="8873" y="9535159"/>
                <a:ext cx="1447800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9AF9B0-FF01-97DD-1E44-CD89201BF8B4}"/>
                  </a:ext>
                </a:extLst>
              </p:cNvPr>
              <p:cNvSpPr txBox="1"/>
              <p:nvPr/>
            </p:nvSpPr>
            <p:spPr>
              <a:xfrm>
                <a:off x="847703" y="9020174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Research Gap Identified </a:t>
                </a:r>
              </a:p>
            </p:txBody>
          </p:sp>
          <p:pic>
            <p:nvPicPr>
              <p:cNvPr id="12" name="Picture 11" descr="image.png">
                <a:extLst>
                  <a:ext uri="{FF2B5EF4-FFF2-40B4-BE49-F238E27FC236}">
                    <a16:creationId xmlns:a16="http://schemas.microsoft.com/office/drawing/2014/main" id="{8E6EBE69-5BCF-2326-3A18-3F811E63F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47703" y="9064942"/>
                <a:ext cx="228594" cy="177164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92FCC7-6703-0845-BAEB-A993332DC67C}"/>
                  </a:ext>
                </a:extLst>
              </p:cNvPr>
              <p:cNvSpPr txBox="1"/>
              <p:nvPr/>
            </p:nvSpPr>
            <p:spPr>
              <a:xfrm>
                <a:off x="837545" y="9306077"/>
                <a:ext cx="6019649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 dirty="0">
                    <a:solidFill>
                      <a:srgbClr val="333333"/>
                    </a:solidFill>
                  </a:rPr>
                  <a:t> No current solution simultaneously optimizes </a:t>
                </a:r>
                <a:r>
                  <a:rPr sz="1196" b="1" dirty="0">
                    <a:solidFill>
                      <a:srgbClr val="B30000"/>
                    </a:solidFill>
                  </a:rPr>
                  <a:t>accuracy, energy efficiency, and personalization</a:t>
                </a:r>
                <a:r>
                  <a:rPr sz="1196" b="0" dirty="0">
                    <a:solidFill>
                      <a:srgbClr val="333333"/>
                    </a:solidFill>
                  </a:rPr>
                  <a:t>. Existing research focuses on individual aspects rather than an integrated approach that balances all three critical factors. 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89D5B4-1565-D6EF-730B-8A0D2F2B6D9D}"/>
                </a:ext>
              </a:extLst>
            </p:cNvPr>
            <p:cNvSpPr/>
            <p:nvPr/>
          </p:nvSpPr>
          <p:spPr>
            <a:xfrm>
              <a:off x="7346011" y="4183617"/>
              <a:ext cx="4228994" cy="2160032"/>
            </a:xfrm>
            <a:prstGeom prst="rect">
              <a:avLst/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4F37101-F442-743B-4AB5-75490043BEDE}"/>
                </a:ext>
              </a:extLst>
            </p:cNvPr>
            <p:cNvSpPr txBox="1"/>
            <p:nvPr/>
          </p:nvSpPr>
          <p:spPr>
            <a:xfrm>
              <a:off x="7219769" y="6511857"/>
              <a:ext cx="4228994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1300"/>
                </a:spcBef>
                <a:spcAft>
                  <a:spcPts val="0"/>
                </a:spcAft>
              </a:pPr>
              <a:r>
                <a:rPr sz="1076" b="0" dirty="0">
                  <a:solidFill>
                    <a:srgbClr val="666666"/>
                  </a:solidFill>
                </a:rPr>
                <a:t>Evolution of HAR research approaches and methodologies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6025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995AD9-D14B-B7A4-B712-CE84E179142E}"/>
              </a:ext>
            </a:extLst>
          </p:cNvPr>
          <p:cNvGrpSpPr/>
          <p:nvPr/>
        </p:nvGrpSpPr>
        <p:grpSpPr>
          <a:xfrm>
            <a:off x="380986" y="542357"/>
            <a:ext cx="11610688" cy="6145165"/>
            <a:chOff x="380986" y="542357"/>
            <a:chExt cx="11610688" cy="614516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B0FA99E-DCF6-9C5D-654A-C7787F9E248E}"/>
                </a:ext>
              </a:extLst>
            </p:cNvPr>
            <p:cNvSpPr txBox="1"/>
            <p:nvPr/>
          </p:nvSpPr>
          <p:spPr>
            <a:xfrm>
              <a:off x="847698" y="542357"/>
              <a:ext cx="10500800" cy="4762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2392" b="1" dirty="0">
                  <a:solidFill>
                    <a:srgbClr val="B30000"/>
                  </a:solidFill>
                </a:rPr>
                <a:t>System Architecture / Overall Working Process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8036F77-A057-BB77-FC13-96D4B8F4AE18}"/>
                </a:ext>
              </a:extLst>
            </p:cNvPr>
            <p:cNvGrpSpPr/>
            <p:nvPr/>
          </p:nvGrpSpPr>
          <p:grpSpPr>
            <a:xfrm>
              <a:off x="380986" y="1290041"/>
              <a:ext cx="6345823" cy="4648200"/>
              <a:chOff x="666733" y="1534131"/>
              <a:chExt cx="6345823" cy="4648200"/>
            </a:xfrm>
          </p:grpSpPr>
          <p:sp>
            <p:nvSpPr>
              <p:cNvPr id="18" name="Rounded Rectangle 3">
                <a:extLst>
                  <a:ext uri="{FF2B5EF4-FFF2-40B4-BE49-F238E27FC236}">
                    <a16:creationId xmlns:a16="http://schemas.microsoft.com/office/drawing/2014/main" id="{CA19E582-78A3-156C-21D5-E128BBF2495B}"/>
                  </a:ext>
                </a:extLst>
              </p:cNvPr>
              <p:cNvSpPr/>
              <p:nvPr/>
            </p:nvSpPr>
            <p:spPr>
              <a:xfrm>
                <a:off x="669065" y="1534131"/>
                <a:ext cx="6343491" cy="4648200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Round Same Side Corner Rectangle 4">
                <a:extLst>
                  <a:ext uri="{FF2B5EF4-FFF2-40B4-BE49-F238E27FC236}">
                    <a16:creationId xmlns:a16="http://schemas.microsoft.com/office/drawing/2014/main" id="{2F0B4136-4920-43A7-B795-683831634D62}"/>
                  </a:ext>
                </a:extLst>
              </p:cNvPr>
              <p:cNvSpPr/>
              <p:nvPr/>
            </p:nvSpPr>
            <p:spPr>
              <a:xfrm rot="16200000">
                <a:off x="-1591327" y="3792191"/>
                <a:ext cx="4648200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B771E6-70F2-8462-7327-00348E105F4C}"/>
                  </a:ext>
                </a:extLst>
              </p:cNvPr>
              <p:cNvSpPr txBox="1"/>
              <p:nvPr/>
            </p:nvSpPr>
            <p:spPr>
              <a:xfrm>
                <a:off x="894694" y="1653893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Working Process Overview </a:t>
                </a:r>
              </a:p>
            </p:txBody>
          </p:sp>
          <p:pic>
            <p:nvPicPr>
              <p:cNvPr id="21" name="Picture 20" descr="image.png">
                <a:extLst>
                  <a:ext uri="{FF2B5EF4-FFF2-40B4-BE49-F238E27FC236}">
                    <a16:creationId xmlns:a16="http://schemas.microsoft.com/office/drawing/2014/main" id="{A26FBB03-FA39-2C83-1981-15ACC7C698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847703" y="1721774"/>
                <a:ext cx="228594" cy="177164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3531C5A-3ACB-9C61-2E1D-E0698049F2D7}"/>
                  </a:ext>
                </a:extLst>
              </p:cNvPr>
              <p:cNvSpPr txBox="1"/>
              <p:nvPr/>
            </p:nvSpPr>
            <p:spPr>
              <a:xfrm>
                <a:off x="847703" y="1945505"/>
                <a:ext cx="6019649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 dirty="0">
                    <a:solidFill>
                      <a:srgbClr val="333333"/>
                    </a:solidFill>
                  </a:rPr>
                  <a:t>The proposed system follows a modular pipeline designed to optimize both recognition accuracy and energy efficiency through a personalized approach.</a:t>
                </a:r>
              </a:p>
            </p:txBody>
          </p:sp>
          <p:sp>
            <p:nvSpPr>
              <p:cNvPr id="23" name="Rounded Rectangle 8">
                <a:extLst>
                  <a:ext uri="{FF2B5EF4-FFF2-40B4-BE49-F238E27FC236}">
                    <a16:creationId xmlns:a16="http://schemas.microsoft.com/office/drawing/2014/main" id="{C53B3924-BDA1-9F49-BB21-892CD3FC224F}"/>
                  </a:ext>
                </a:extLst>
              </p:cNvPr>
              <p:cNvSpPr/>
              <p:nvPr/>
            </p:nvSpPr>
            <p:spPr>
              <a:xfrm>
                <a:off x="847703" y="2934307"/>
                <a:ext cx="2933626" cy="1590675"/>
              </a:xfrm>
              <a:prstGeom prst="roundRect">
                <a:avLst>
                  <a:gd name="adj" fmla="val 7185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92213B-D0A2-01B2-AB41-43356BE03A19}"/>
                  </a:ext>
                </a:extLst>
              </p:cNvPr>
              <p:cNvSpPr txBox="1"/>
              <p:nvPr/>
            </p:nvSpPr>
            <p:spPr>
              <a:xfrm>
                <a:off x="962000" y="3048607"/>
                <a:ext cx="342891" cy="342900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1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8D2101F-815E-FD7A-7E8B-45B5DA99CCBE}"/>
                  </a:ext>
                </a:extLst>
              </p:cNvPr>
              <p:cNvSpPr txBox="1"/>
              <p:nvPr/>
            </p:nvSpPr>
            <p:spPr>
              <a:xfrm>
                <a:off x="1221498" y="3111698"/>
                <a:ext cx="221926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 dirty="0">
                    <a:solidFill>
                      <a:srgbClr val="B30000"/>
                    </a:solidFill>
                  </a:rPr>
                  <a:t>Data Collection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4B9862C-77DB-1C13-586D-9D062F2222FA}"/>
                  </a:ext>
                </a:extLst>
              </p:cNvPr>
              <p:cNvSpPr txBox="1"/>
              <p:nvPr/>
            </p:nvSpPr>
            <p:spPr>
              <a:xfrm>
                <a:off x="1033070" y="3501795"/>
                <a:ext cx="2304221" cy="607474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Tri-axial accelerometer signals collected from smartphones and wearable devices</a:t>
                </a:r>
              </a:p>
            </p:txBody>
          </p:sp>
          <p:sp>
            <p:nvSpPr>
              <p:cNvPr id="27" name="Rounded Rectangle 13">
                <a:extLst>
                  <a:ext uri="{FF2B5EF4-FFF2-40B4-BE49-F238E27FC236}">
                    <a16:creationId xmlns:a16="http://schemas.microsoft.com/office/drawing/2014/main" id="{276F3513-7203-38D8-805E-A6F98DACD65A}"/>
                  </a:ext>
                </a:extLst>
              </p:cNvPr>
              <p:cNvSpPr/>
              <p:nvPr/>
            </p:nvSpPr>
            <p:spPr>
              <a:xfrm>
                <a:off x="3924201" y="2934307"/>
                <a:ext cx="2933626" cy="1590675"/>
              </a:xfrm>
              <a:prstGeom prst="roundRect">
                <a:avLst>
                  <a:gd name="adj" fmla="val 7185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5BC9075-3DF1-E2CB-0012-28FCB467A6D1}"/>
                  </a:ext>
                </a:extLst>
              </p:cNvPr>
              <p:cNvSpPr txBox="1"/>
              <p:nvPr/>
            </p:nvSpPr>
            <p:spPr>
              <a:xfrm>
                <a:off x="4038499" y="3048607"/>
                <a:ext cx="342891" cy="342900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2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41D3D72-BF2D-30E8-DE39-7F367D78FB57}"/>
                  </a:ext>
                </a:extLst>
              </p:cNvPr>
              <p:cNvSpPr txBox="1"/>
              <p:nvPr/>
            </p:nvSpPr>
            <p:spPr>
              <a:xfrm>
                <a:off x="4381389" y="2983730"/>
                <a:ext cx="2219269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 dirty="0">
                    <a:solidFill>
                      <a:srgbClr val="B30000"/>
                    </a:solidFill>
                  </a:rPr>
                  <a:t>Battery-Efficient Feature Extraction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AA4EBF0-A5C5-2BB7-52F5-246D2AAC8E17}"/>
                  </a:ext>
                </a:extLst>
              </p:cNvPr>
              <p:cNvSpPr txBox="1"/>
              <p:nvPr/>
            </p:nvSpPr>
            <p:spPr>
              <a:xfrm>
                <a:off x="4342557" y="3367382"/>
                <a:ext cx="2219269" cy="87629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Only essential statistical features (mean, std) retained to minimize computational load</a:t>
                </a:r>
              </a:p>
            </p:txBody>
          </p:sp>
          <p:sp>
            <p:nvSpPr>
              <p:cNvPr id="31" name="Rounded Rectangle 18">
                <a:extLst>
                  <a:ext uri="{FF2B5EF4-FFF2-40B4-BE49-F238E27FC236}">
                    <a16:creationId xmlns:a16="http://schemas.microsoft.com/office/drawing/2014/main" id="{40D9C697-13A7-D860-A8C6-67C111CC64F8}"/>
                  </a:ext>
                </a:extLst>
              </p:cNvPr>
              <p:cNvSpPr/>
              <p:nvPr/>
            </p:nvSpPr>
            <p:spPr>
              <a:xfrm>
                <a:off x="847703" y="4600575"/>
                <a:ext cx="2933626" cy="1371600"/>
              </a:xfrm>
              <a:prstGeom prst="roundRect">
                <a:avLst>
                  <a:gd name="adj" fmla="val 8333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807116-836F-216C-3CF7-93D28CB2DBF6}"/>
                  </a:ext>
                </a:extLst>
              </p:cNvPr>
              <p:cNvSpPr txBox="1"/>
              <p:nvPr/>
            </p:nvSpPr>
            <p:spPr>
              <a:xfrm>
                <a:off x="962000" y="4714875"/>
                <a:ext cx="342891" cy="342900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3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E67869D-4432-C6F5-B6F3-5D978E6A4E74}"/>
                  </a:ext>
                </a:extLst>
              </p:cNvPr>
              <p:cNvSpPr txBox="1"/>
              <p:nvPr/>
            </p:nvSpPr>
            <p:spPr>
              <a:xfrm>
                <a:off x="1447763" y="4782157"/>
                <a:ext cx="221926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Model Selection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36069C9-47ED-C29A-68C0-85AC57550AA9}"/>
                  </a:ext>
                </a:extLst>
              </p:cNvPr>
              <p:cNvSpPr txBox="1"/>
              <p:nvPr/>
            </p:nvSpPr>
            <p:spPr>
              <a:xfrm>
                <a:off x="1251873" y="4981574"/>
                <a:ext cx="2219269" cy="87629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Hybrid approach: general model for new users, personalized models after calibration</a:t>
                </a:r>
              </a:p>
            </p:txBody>
          </p:sp>
          <p:sp>
            <p:nvSpPr>
              <p:cNvPr id="35" name="Rounded Rectangle 23">
                <a:extLst>
                  <a:ext uri="{FF2B5EF4-FFF2-40B4-BE49-F238E27FC236}">
                    <a16:creationId xmlns:a16="http://schemas.microsoft.com/office/drawing/2014/main" id="{54395751-0BF0-E563-47D3-65DB2EA570F1}"/>
                  </a:ext>
                </a:extLst>
              </p:cNvPr>
              <p:cNvSpPr/>
              <p:nvPr/>
            </p:nvSpPr>
            <p:spPr>
              <a:xfrm>
                <a:off x="3924201" y="4667857"/>
                <a:ext cx="2933626" cy="1371600"/>
              </a:xfrm>
              <a:prstGeom prst="roundRect">
                <a:avLst>
                  <a:gd name="adj" fmla="val 8333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7CDEC6C-CA30-E8CA-2B78-735C4A5211AA}"/>
                  </a:ext>
                </a:extLst>
              </p:cNvPr>
              <p:cNvSpPr txBox="1"/>
              <p:nvPr/>
            </p:nvSpPr>
            <p:spPr>
              <a:xfrm>
                <a:off x="4038499" y="4782157"/>
                <a:ext cx="342891" cy="342900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4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518D1AC-35C0-F775-D2F2-B44036FA585C}"/>
                  </a:ext>
                </a:extLst>
              </p:cNvPr>
              <p:cNvSpPr txBox="1"/>
              <p:nvPr/>
            </p:nvSpPr>
            <p:spPr>
              <a:xfrm>
                <a:off x="4524261" y="4782157"/>
                <a:ext cx="221926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Adaptive Sampling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995A2C1-F65F-3879-A946-69F99B1B57E6}"/>
                  </a:ext>
                </a:extLst>
              </p:cNvPr>
              <p:cNvSpPr txBox="1"/>
              <p:nvPr/>
            </p:nvSpPr>
            <p:spPr>
              <a:xfrm>
                <a:off x="4524261" y="5048856"/>
                <a:ext cx="2219269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Dynamic adjustment of sensor frequency based on detected activity intensity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9866C04-7A65-3B2B-14B3-1180EB7EBD71}"/>
                </a:ext>
              </a:extLst>
            </p:cNvPr>
            <p:cNvGrpSpPr/>
            <p:nvPr/>
          </p:nvGrpSpPr>
          <p:grpSpPr>
            <a:xfrm>
              <a:off x="6953074" y="1032853"/>
              <a:ext cx="5038600" cy="2857500"/>
              <a:chOff x="666733" y="6448425"/>
              <a:chExt cx="6343491" cy="3352799"/>
            </a:xfrm>
          </p:grpSpPr>
          <p:sp>
            <p:nvSpPr>
              <p:cNvPr id="8" name="Rounded Rectangle 28">
                <a:extLst>
                  <a:ext uri="{FF2B5EF4-FFF2-40B4-BE49-F238E27FC236}">
                    <a16:creationId xmlns:a16="http://schemas.microsoft.com/office/drawing/2014/main" id="{3D4FBF91-DC34-385E-FD60-61FEAF975729}"/>
                  </a:ext>
                </a:extLst>
              </p:cNvPr>
              <p:cNvSpPr/>
              <p:nvPr/>
            </p:nvSpPr>
            <p:spPr>
              <a:xfrm>
                <a:off x="666733" y="6448425"/>
                <a:ext cx="6343491" cy="1714500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ound Same Side Corner Rectangle 29">
                <a:extLst>
                  <a:ext uri="{FF2B5EF4-FFF2-40B4-BE49-F238E27FC236}">
                    <a16:creationId xmlns:a16="http://schemas.microsoft.com/office/drawing/2014/main" id="{969DAAED-7224-C711-1FB1-E2410C4B0BDB}"/>
                  </a:ext>
                </a:extLst>
              </p:cNvPr>
              <p:cNvSpPr/>
              <p:nvPr/>
            </p:nvSpPr>
            <p:spPr>
              <a:xfrm rot="16200000">
                <a:off x="-124477" y="7239635"/>
                <a:ext cx="1714500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0EED47-239B-DDFF-1CDB-6D2652262DE7}"/>
                  </a:ext>
                </a:extLst>
              </p:cNvPr>
              <p:cNvSpPr txBox="1"/>
              <p:nvPr/>
            </p:nvSpPr>
            <p:spPr>
              <a:xfrm>
                <a:off x="847703" y="6591300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System Architecture </a:t>
                </a:r>
              </a:p>
            </p:txBody>
          </p:sp>
          <p:pic>
            <p:nvPicPr>
              <p:cNvPr id="11" name="Picture 10" descr="image.png">
                <a:extLst>
                  <a:ext uri="{FF2B5EF4-FFF2-40B4-BE49-F238E27FC236}">
                    <a16:creationId xmlns:a16="http://schemas.microsoft.com/office/drawing/2014/main" id="{34887ECF-59CF-1102-9631-ECF783DA8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47703" y="6636067"/>
                <a:ext cx="228594" cy="177164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60A3F9-B108-F1B1-84E3-ED15AA84F46F}"/>
                  </a:ext>
                </a:extLst>
              </p:cNvPr>
              <p:cNvSpPr txBox="1"/>
              <p:nvPr/>
            </p:nvSpPr>
            <p:spPr>
              <a:xfrm>
                <a:off x="847703" y="6953249"/>
                <a:ext cx="6019649" cy="106679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 dirty="0">
                    <a:solidFill>
                      <a:srgbClr val="333333"/>
                    </a:solidFill>
                  </a:rPr>
                  <a:t> The architecture consists of four primary stages: </a:t>
                </a:r>
                <a:r>
                  <a:rPr sz="1196" b="1" dirty="0">
                    <a:solidFill>
                      <a:srgbClr val="B30000"/>
                    </a:solidFill>
                  </a:rPr>
                  <a:t>Data Acquisition</a:t>
                </a:r>
                <a:r>
                  <a:rPr sz="1196" b="0" dirty="0">
                    <a:solidFill>
                      <a:srgbClr val="333333"/>
                    </a:solidFill>
                  </a:rPr>
                  <a:t> → </a:t>
                </a:r>
                <a:r>
                  <a:rPr sz="1196" b="1" dirty="0">
                    <a:solidFill>
                      <a:srgbClr val="B30000"/>
                    </a:solidFill>
                  </a:rPr>
                  <a:t>Feature Extraction &amp; Selection</a:t>
                </a:r>
                <a:r>
                  <a:rPr sz="1196" b="0" dirty="0">
                    <a:solidFill>
                      <a:srgbClr val="333333"/>
                    </a:solidFill>
                  </a:rPr>
                  <a:t> → </a:t>
                </a:r>
                <a:r>
                  <a:rPr sz="1196" b="1" dirty="0">
                    <a:solidFill>
                      <a:srgbClr val="B30000"/>
                    </a:solidFill>
                  </a:rPr>
                  <a:t>Model Training and Personalization</a:t>
                </a:r>
                <a:r>
                  <a:rPr sz="1196" b="0" dirty="0">
                    <a:solidFill>
                      <a:srgbClr val="333333"/>
                    </a:solidFill>
                  </a:rPr>
                  <a:t> → </a:t>
                </a:r>
                <a:r>
                  <a:rPr sz="1196" b="1" dirty="0">
                    <a:solidFill>
                      <a:srgbClr val="B30000"/>
                    </a:solidFill>
                  </a:rPr>
                  <a:t>Performance Evaluation</a:t>
                </a:r>
                <a:r>
                  <a:rPr sz="1196" b="0" dirty="0">
                    <a:solidFill>
                      <a:srgbClr val="333333"/>
                    </a:solidFill>
                  </a:rPr>
                  <a:t>. Each stage is designed to minimize energy consumption while maximizing recognition accuracy. </a:t>
                </a:r>
              </a:p>
            </p:txBody>
          </p:sp>
          <p:sp>
            <p:nvSpPr>
              <p:cNvPr id="13" name="Rounded Rectangle 33">
                <a:extLst>
                  <a:ext uri="{FF2B5EF4-FFF2-40B4-BE49-F238E27FC236}">
                    <a16:creationId xmlns:a16="http://schemas.microsoft.com/office/drawing/2014/main" id="{309D5CF4-A194-6A32-1CFF-69F18A7C2251}"/>
                  </a:ext>
                </a:extLst>
              </p:cNvPr>
              <p:cNvSpPr/>
              <p:nvPr/>
            </p:nvSpPr>
            <p:spPr>
              <a:xfrm>
                <a:off x="666733" y="8353424"/>
                <a:ext cx="6343491" cy="1447800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ound Same Side Corner Rectangle 34">
                <a:extLst>
                  <a:ext uri="{FF2B5EF4-FFF2-40B4-BE49-F238E27FC236}">
                    <a16:creationId xmlns:a16="http://schemas.microsoft.com/office/drawing/2014/main" id="{CA42D722-3082-7938-A54D-CF354F9DFE7E}"/>
                  </a:ext>
                </a:extLst>
              </p:cNvPr>
              <p:cNvSpPr/>
              <p:nvPr/>
            </p:nvSpPr>
            <p:spPr>
              <a:xfrm rot="16200000">
                <a:off x="8873" y="9011284"/>
                <a:ext cx="1447800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CC338C-CCBD-C800-DA6E-D7B1074ECF84}"/>
                  </a:ext>
                </a:extLst>
              </p:cNvPr>
              <p:cNvSpPr txBox="1"/>
              <p:nvPr/>
            </p:nvSpPr>
            <p:spPr>
              <a:xfrm>
                <a:off x="847703" y="8496300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Energy Optimization Strategy </a:t>
                </a:r>
              </a:p>
            </p:txBody>
          </p:sp>
          <p:pic>
            <p:nvPicPr>
              <p:cNvPr id="16" name="Picture 15" descr="image.png">
                <a:extLst>
                  <a:ext uri="{FF2B5EF4-FFF2-40B4-BE49-F238E27FC236}">
                    <a16:creationId xmlns:a16="http://schemas.microsoft.com/office/drawing/2014/main" id="{DF3DE625-60C3-20CF-6428-291FC94D57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47703" y="8532494"/>
                <a:ext cx="228594" cy="194309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B8C843-72F8-CF48-21C0-031C417EDF19}"/>
                  </a:ext>
                </a:extLst>
              </p:cNvPr>
              <p:cNvSpPr txBox="1"/>
              <p:nvPr/>
            </p:nvSpPr>
            <p:spPr>
              <a:xfrm>
                <a:off x="847703" y="8858250"/>
                <a:ext cx="6019649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>
                    <a:solidFill>
                      <a:srgbClr val="333333"/>
                    </a:solidFill>
                  </a:rPr>
                  <a:t>The system employs a two-tier optimization approach: feature-level optimization by selecting only computationally efficient features, and runtime optimization through adaptive sampling.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B3DFB8-FCB4-9AAE-7AD4-45CB2D0CECEF}"/>
                </a:ext>
              </a:extLst>
            </p:cNvPr>
            <p:cNvSpPr/>
            <p:nvPr/>
          </p:nvSpPr>
          <p:spPr>
            <a:xfrm>
              <a:off x="7457887" y="4166591"/>
              <a:ext cx="4228994" cy="1981188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012F84-A425-2B58-2279-447B075526E7}"/>
                </a:ext>
              </a:extLst>
            </p:cNvPr>
            <p:cNvSpPr txBox="1"/>
            <p:nvPr/>
          </p:nvSpPr>
          <p:spPr>
            <a:xfrm>
              <a:off x="7478714" y="6468448"/>
              <a:ext cx="4228994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1300"/>
                </a:spcBef>
                <a:spcAft>
                  <a:spcPts val="0"/>
                </a:spcAft>
              </a:pPr>
              <a:r>
                <a:rPr sz="1076" b="0" dirty="0">
                  <a:solidFill>
                    <a:srgbClr val="666666"/>
                  </a:solidFill>
                </a:rPr>
                <a:t>Smartwatch data collection and analysis pipeline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5487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8E3978-5B5C-6BE1-069C-F99CF9A3E367}"/>
              </a:ext>
            </a:extLst>
          </p:cNvPr>
          <p:cNvGrpSpPr/>
          <p:nvPr/>
        </p:nvGrpSpPr>
        <p:grpSpPr>
          <a:xfrm>
            <a:off x="675769" y="684344"/>
            <a:ext cx="11408200" cy="5878972"/>
            <a:chOff x="675770" y="767429"/>
            <a:chExt cx="11408200" cy="587897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0A8AC0D-7AB6-0C2F-AEDD-27DB9C3E2CCF}"/>
                </a:ext>
              </a:extLst>
            </p:cNvPr>
            <p:cNvSpPr txBox="1"/>
            <p:nvPr/>
          </p:nvSpPr>
          <p:spPr>
            <a:xfrm>
              <a:off x="758519" y="767429"/>
              <a:ext cx="10858228" cy="4762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2392" b="1" dirty="0">
                  <a:solidFill>
                    <a:srgbClr val="B30000"/>
                  </a:solidFill>
                </a:rPr>
                <a:t>Dataset Used and Preprocessing Steps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289EAEF-3FE9-3DE8-EB65-CC7918561A7D}"/>
                </a:ext>
              </a:extLst>
            </p:cNvPr>
            <p:cNvGrpSpPr/>
            <p:nvPr/>
          </p:nvGrpSpPr>
          <p:grpSpPr>
            <a:xfrm>
              <a:off x="675770" y="1466849"/>
              <a:ext cx="6371432" cy="5010152"/>
              <a:chOff x="638792" y="1466849"/>
              <a:chExt cx="6371432" cy="5543549"/>
            </a:xfrm>
          </p:grpSpPr>
          <p:sp>
            <p:nvSpPr>
              <p:cNvPr id="20" name="Round Same Side Corner Rectangle 4">
                <a:extLst>
                  <a:ext uri="{FF2B5EF4-FFF2-40B4-BE49-F238E27FC236}">
                    <a16:creationId xmlns:a16="http://schemas.microsoft.com/office/drawing/2014/main" id="{97A218F8-A5EF-1E64-BE05-E1A34DB09EF1}"/>
                  </a:ext>
                </a:extLst>
              </p:cNvPr>
              <p:cNvSpPr/>
              <p:nvPr/>
            </p:nvSpPr>
            <p:spPr>
              <a:xfrm rot="16200000">
                <a:off x="-533418" y="2639059"/>
                <a:ext cx="2476499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E2D7E5-EB8F-EE72-1DAB-BBBF9737D31F}"/>
                  </a:ext>
                </a:extLst>
              </p:cNvPr>
              <p:cNvSpPr txBox="1"/>
              <p:nvPr/>
            </p:nvSpPr>
            <p:spPr>
              <a:xfrm>
                <a:off x="819761" y="1609725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Dataset Characteristics </a:t>
                </a:r>
              </a:p>
            </p:txBody>
          </p:sp>
          <p:pic>
            <p:nvPicPr>
              <p:cNvPr id="22" name="Picture 21" descr="image.png">
                <a:extLst>
                  <a:ext uri="{FF2B5EF4-FFF2-40B4-BE49-F238E27FC236}">
                    <a16:creationId xmlns:a16="http://schemas.microsoft.com/office/drawing/2014/main" id="{C71F66B0-2D4B-4A53-062E-69655DA6AE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819761" y="1654493"/>
                <a:ext cx="228594" cy="177164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6E4FDC-37A6-E40A-EB8F-308DA300E4C0}"/>
                  </a:ext>
                </a:extLst>
              </p:cNvPr>
              <p:cNvSpPr txBox="1"/>
              <p:nvPr/>
            </p:nvSpPr>
            <p:spPr>
              <a:xfrm>
                <a:off x="819761" y="1971676"/>
                <a:ext cx="6019649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>
                    <a:solidFill>
                      <a:srgbClr val="333333"/>
                    </a:solidFill>
                  </a:rPr>
                  <a:t>The study utilized a publicly available HAR dataset containing tri-axial accelerometer readings from multiple subjects performing six distinct activities.</a:t>
                </a:r>
              </a:p>
            </p:txBody>
          </p:sp>
          <p:sp>
            <p:nvSpPr>
              <p:cNvPr id="24" name="Rounded Rectangle 8">
                <a:extLst>
                  <a:ext uri="{FF2B5EF4-FFF2-40B4-BE49-F238E27FC236}">
                    <a16:creationId xmlns:a16="http://schemas.microsoft.com/office/drawing/2014/main" id="{75E31BDA-8D90-3A8A-BE15-A13F34E62E4D}"/>
                  </a:ext>
                </a:extLst>
              </p:cNvPr>
              <p:cNvSpPr/>
              <p:nvPr/>
            </p:nvSpPr>
            <p:spPr>
              <a:xfrm>
                <a:off x="819761" y="2867026"/>
                <a:ext cx="1914477" cy="933449"/>
              </a:xfrm>
              <a:prstGeom prst="roundRect">
                <a:avLst>
                  <a:gd name="adj" fmla="val 12244"/>
                </a:avLst>
              </a:prstGeom>
              <a:solidFill>
                <a:srgbClr val="B30000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A5AD240-A970-695D-3131-B0998FA4ACF4}"/>
                  </a:ext>
                </a:extLst>
              </p:cNvPr>
              <p:cNvSpPr txBox="1"/>
              <p:nvPr/>
            </p:nvSpPr>
            <p:spPr>
              <a:xfrm>
                <a:off x="962633" y="3009901"/>
                <a:ext cx="1628734" cy="3809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913" b="1">
                    <a:solidFill>
                      <a:srgbClr val="B30000"/>
                    </a:solidFill>
                  </a:rPr>
                  <a:t>6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0A9A89A-32B8-FD5A-7FF3-CB8BD83D1649}"/>
                  </a:ext>
                </a:extLst>
              </p:cNvPr>
              <p:cNvSpPr txBox="1"/>
              <p:nvPr/>
            </p:nvSpPr>
            <p:spPr>
              <a:xfrm>
                <a:off x="962633" y="3438526"/>
                <a:ext cx="1628734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Activities</a:t>
                </a:r>
              </a:p>
            </p:txBody>
          </p:sp>
          <p:sp>
            <p:nvSpPr>
              <p:cNvPr id="27" name="Rounded Rectangle 11">
                <a:extLst>
                  <a:ext uri="{FF2B5EF4-FFF2-40B4-BE49-F238E27FC236}">
                    <a16:creationId xmlns:a16="http://schemas.microsoft.com/office/drawing/2014/main" id="{D9C4E03E-925F-E898-6E0C-B2AD38297564}"/>
                  </a:ext>
                </a:extLst>
              </p:cNvPr>
              <p:cNvSpPr/>
              <p:nvPr/>
            </p:nvSpPr>
            <p:spPr>
              <a:xfrm>
                <a:off x="2877110" y="2867026"/>
                <a:ext cx="1914477" cy="933449"/>
              </a:xfrm>
              <a:prstGeom prst="roundRect">
                <a:avLst>
                  <a:gd name="adj" fmla="val 12244"/>
                </a:avLst>
              </a:prstGeom>
              <a:solidFill>
                <a:srgbClr val="B30000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8B8D1F6-BDD1-71BA-7317-4D4C837F5DE5}"/>
                  </a:ext>
                </a:extLst>
              </p:cNvPr>
              <p:cNvSpPr txBox="1"/>
              <p:nvPr/>
            </p:nvSpPr>
            <p:spPr>
              <a:xfrm>
                <a:off x="3019981" y="3009901"/>
                <a:ext cx="1628734" cy="3809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913" b="1">
                    <a:solidFill>
                      <a:srgbClr val="B30000"/>
                    </a:solidFill>
                  </a:rPr>
                  <a:t>30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91E25F3-3325-08B5-EAC8-CC00FF3FA864}"/>
                  </a:ext>
                </a:extLst>
              </p:cNvPr>
              <p:cNvSpPr txBox="1"/>
              <p:nvPr/>
            </p:nvSpPr>
            <p:spPr>
              <a:xfrm>
                <a:off x="3019981" y="3438526"/>
                <a:ext cx="1628734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Subjects</a:t>
                </a:r>
              </a:p>
            </p:txBody>
          </p:sp>
          <p:sp>
            <p:nvSpPr>
              <p:cNvPr id="30" name="Rounded Rectangle 14">
                <a:extLst>
                  <a:ext uri="{FF2B5EF4-FFF2-40B4-BE49-F238E27FC236}">
                    <a16:creationId xmlns:a16="http://schemas.microsoft.com/office/drawing/2014/main" id="{D335D490-5DED-433A-0EC8-51D71ABBF928}"/>
                  </a:ext>
                </a:extLst>
              </p:cNvPr>
              <p:cNvSpPr/>
              <p:nvPr/>
            </p:nvSpPr>
            <p:spPr>
              <a:xfrm>
                <a:off x="4924934" y="2867026"/>
                <a:ext cx="1914477" cy="933449"/>
              </a:xfrm>
              <a:prstGeom prst="roundRect">
                <a:avLst>
                  <a:gd name="adj" fmla="val 12244"/>
                </a:avLst>
              </a:prstGeom>
              <a:solidFill>
                <a:srgbClr val="B30000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400D032-8110-C5A7-A503-D63E7159AECA}"/>
                  </a:ext>
                </a:extLst>
              </p:cNvPr>
              <p:cNvSpPr txBox="1"/>
              <p:nvPr/>
            </p:nvSpPr>
            <p:spPr>
              <a:xfrm>
                <a:off x="5067805" y="3009901"/>
                <a:ext cx="1628734" cy="3809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913" b="1">
                    <a:solidFill>
                      <a:srgbClr val="B30000"/>
                    </a:solidFill>
                  </a:rPr>
                  <a:t>3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92FB53-67C1-6A1F-94B5-EE6586DABC07}"/>
                  </a:ext>
                </a:extLst>
              </p:cNvPr>
              <p:cNvSpPr txBox="1"/>
              <p:nvPr/>
            </p:nvSpPr>
            <p:spPr>
              <a:xfrm>
                <a:off x="5067805" y="3438526"/>
                <a:ext cx="1628734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Sensor Axes</a:t>
                </a:r>
              </a:p>
            </p:txBody>
          </p:sp>
          <p:sp>
            <p:nvSpPr>
              <p:cNvPr id="33" name="Rounded Rectangle 17">
                <a:extLst>
                  <a:ext uri="{FF2B5EF4-FFF2-40B4-BE49-F238E27FC236}">
                    <a16:creationId xmlns:a16="http://schemas.microsoft.com/office/drawing/2014/main" id="{6D6226A0-624B-8799-B77C-B4C277E3AC67}"/>
                  </a:ext>
                </a:extLst>
              </p:cNvPr>
              <p:cNvSpPr/>
              <p:nvPr/>
            </p:nvSpPr>
            <p:spPr>
              <a:xfrm>
                <a:off x="666733" y="4133849"/>
                <a:ext cx="6343491" cy="2876549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Round Same Side Corner Rectangle 18">
                <a:extLst>
                  <a:ext uri="{FF2B5EF4-FFF2-40B4-BE49-F238E27FC236}">
                    <a16:creationId xmlns:a16="http://schemas.microsoft.com/office/drawing/2014/main" id="{6D2CDD9E-9505-162D-0CAA-644A584976A7}"/>
                  </a:ext>
                </a:extLst>
              </p:cNvPr>
              <p:cNvSpPr/>
              <p:nvPr/>
            </p:nvSpPr>
            <p:spPr>
              <a:xfrm rot="16200000">
                <a:off x="-733443" y="5506084"/>
                <a:ext cx="2876549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A586824-43AC-F72E-912B-61FBC1F65AF4}"/>
                  </a:ext>
                </a:extLst>
              </p:cNvPr>
              <p:cNvSpPr txBox="1"/>
              <p:nvPr/>
            </p:nvSpPr>
            <p:spPr>
              <a:xfrm>
                <a:off x="770872" y="4252913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Preprocessing Pipeline </a:t>
                </a:r>
              </a:p>
            </p:txBody>
          </p:sp>
          <p:sp>
            <p:nvSpPr>
              <p:cNvPr id="36" name="Rounded Rectangle 21">
                <a:extLst>
                  <a:ext uri="{FF2B5EF4-FFF2-40B4-BE49-F238E27FC236}">
                    <a16:creationId xmlns:a16="http://schemas.microsoft.com/office/drawing/2014/main" id="{7DC3475F-CD23-725E-E0EE-52C4B35B10C3}"/>
                  </a:ext>
                </a:extLst>
              </p:cNvPr>
              <p:cNvSpPr/>
              <p:nvPr/>
            </p:nvSpPr>
            <p:spPr>
              <a:xfrm>
                <a:off x="847703" y="4638674"/>
                <a:ext cx="2933626" cy="1152524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37" name="Picture 36" descr="image.png">
                <a:extLst>
                  <a:ext uri="{FF2B5EF4-FFF2-40B4-BE49-F238E27FC236}">
                    <a16:creationId xmlns:a16="http://schemas.microsoft.com/office/drawing/2014/main" id="{30D3581B-5FA2-2650-D970-0D4890E63D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62000" y="4781549"/>
                <a:ext cx="228594" cy="171450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A7E8D62-72C0-ACF7-395E-F08FC545524C}"/>
                  </a:ext>
                </a:extLst>
              </p:cNvPr>
              <p:cNvSpPr txBox="1"/>
              <p:nvPr/>
            </p:nvSpPr>
            <p:spPr>
              <a:xfrm>
                <a:off x="1285842" y="4752974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Data Merging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1032C7-D16A-5B4C-417D-E389567B83EB}"/>
                  </a:ext>
                </a:extLst>
              </p:cNvPr>
              <p:cNvSpPr txBox="1"/>
              <p:nvPr/>
            </p:nvSpPr>
            <p:spPr>
              <a:xfrm>
                <a:off x="1285842" y="5019675"/>
                <a:ext cx="2381190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Train and test files concatenated using pandas for unified processing</a:t>
                </a:r>
              </a:p>
            </p:txBody>
          </p:sp>
          <p:sp>
            <p:nvSpPr>
              <p:cNvPr id="40" name="Rounded Rectangle 25">
                <a:extLst>
                  <a:ext uri="{FF2B5EF4-FFF2-40B4-BE49-F238E27FC236}">
                    <a16:creationId xmlns:a16="http://schemas.microsoft.com/office/drawing/2014/main" id="{7C54324A-CE7C-A17A-A0B5-986AB8853E36}"/>
                  </a:ext>
                </a:extLst>
              </p:cNvPr>
              <p:cNvSpPr/>
              <p:nvPr/>
            </p:nvSpPr>
            <p:spPr>
              <a:xfrm>
                <a:off x="3924201" y="4638674"/>
                <a:ext cx="2933626" cy="1152524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41" name="Picture 40" descr="image.png">
                <a:extLst>
                  <a:ext uri="{FF2B5EF4-FFF2-40B4-BE49-F238E27FC236}">
                    <a16:creationId xmlns:a16="http://schemas.microsoft.com/office/drawing/2014/main" id="{6E5E7AB9-17FF-8F41-15D4-BF1D3BD363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038499" y="4784407"/>
                <a:ext cx="228594" cy="165734"/>
              </a:xfrm>
              <a:prstGeom prst="rect">
                <a:avLst/>
              </a:prstGeom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FBC05CD-608E-B8CC-A30B-459B6BA5650C}"/>
                  </a:ext>
                </a:extLst>
              </p:cNvPr>
              <p:cNvSpPr txBox="1"/>
              <p:nvPr/>
            </p:nvSpPr>
            <p:spPr>
              <a:xfrm>
                <a:off x="4362340" y="4752974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Noise Removal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6C6D5FC-0F3A-F560-0DF0-D8A18BB14868}"/>
                  </a:ext>
                </a:extLst>
              </p:cNvPr>
              <p:cNvSpPr txBox="1"/>
              <p:nvPr/>
            </p:nvSpPr>
            <p:spPr>
              <a:xfrm>
                <a:off x="4362340" y="5019675"/>
                <a:ext cx="2381190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Low-pass filtering applied to eliminate high-frequency noise</a:t>
                </a:r>
              </a:p>
            </p:txBody>
          </p:sp>
          <p:sp>
            <p:nvSpPr>
              <p:cNvPr id="44" name="Rounded Rectangle 29">
                <a:extLst>
                  <a:ext uri="{FF2B5EF4-FFF2-40B4-BE49-F238E27FC236}">
                    <a16:creationId xmlns:a16="http://schemas.microsoft.com/office/drawing/2014/main" id="{DB4E20F7-D7E9-C7AD-2D08-2EA08D9F0D99}"/>
                  </a:ext>
                </a:extLst>
              </p:cNvPr>
              <p:cNvSpPr/>
              <p:nvPr/>
            </p:nvSpPr>
            <p:spPr>
              <a:xfrm>
                <a:off x="847703" y="5934075"/>
                <a:ext cx="2933626" cy="933449"/>
              </a:xfrm>
              <a:prstGeom prst="roundRect">
                <a:avLst>
                  <a:gd name="adj" fmla="val 12244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45" name="Picture 44" descr="image.png">
                <a:extLst>
                  <a:ext uri="{FF2B5EF4-FFF2-40B4-BE49-F238E27FC236}">
                    <a16:creationId xmlns:a16="http://schemas.microsoft.com/office/drawing/2014/main" id="{0FAF20B5-D717-5F00-07F3-87BF071A71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62000" y="6091237"/>
                <a:ext cx="228594" cy="142875"/>
              </a:xfrm>
              <a:prstGeom prst="rect">
                <a:avLst/>
              </a:prstGeom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286237F-D687-98EF-5900-CAF7D835CB65}"/>
                  </a:ext>
                </a:extLst>
              </p:cNvPr>
              <p:cNvSpPr txBox="1"/>
              <p:nvPr/>
            </p:nvSpPr>
            <p:spPr>
              <a:xfrm>
                <a:off x="1285842" y="6048375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Normalization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3EA9F17-5A32-51D3-4FE1-947621135B45}"/>
                  </a:ext>
                </a:extLst>
              </p:cNvPr>
              <p:cNvSpPr txBox="1"/>
              <p:nvPr/>
            </p:nvSpPr>
            <p:spPr>
              <a:xfrm>
                <a:off x="1285842" y="6315075"/>
                <a:ext cx="2381190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Z-score normalization to ensure zero mean and unit variance</a:t>
                </a:r>
              </a:p>
            </p:txBody>
          </p:sp>
          <p:sp>
            <p:nvSpPr>
              <p:cNvPr id="48" name="Rounded Rectangle 33">
                <a:extLst>
                  <a:ext uri="{FF2B5EF4-FFF2-40B4-BE49-F238E27FC236}">
                    <a16:creationId xmlns:a16="http://schemas.microsoft.com/office/drawing/2014/main" id="{9B6C4EF7-6FDE-AE1C-8FFC-23AB9C2692E9}"/>
                  </a:ext>
                </a:extLst>
              </p:cNvPr>
              <p:cNvSpPr/>
              <p:nvPr/>
            </p:nvSpPr>
            <p:spPr>
              <a:xfrm>
                <a:off x="3924201" y="5934075"/>
                <a:ext cx="2933626" cy="933449"/>
              </a:xfrm>
              <a:prstGeom prst="roundRect">
                <a:avLst>
                  <a:gd name="adj" fmla="val 12244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49" name="Picture 48" descr="image.png">
                <a:extLst>
                  <a:ext uri="{FF2B5EF4-FFF2-40B4-BE49-F238E27FC236}">
                    <a16:creationId xmlns:a16="http://schemas.microsoft.com/office/drawing/2014/main" id="{19048E31-E77B-CA66-BC63-E522872243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038499" y="6065520"/>
                <a:ext cx="228594" cy="194309"/>
              </a:xfrm>
              <a:prstGeom prst="rect">
                <a:avLst/>
              </a:prstGeom>
            </p:spPr>
          </p:pic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45301D8-6D71-5CCE-432A-2E87AB61B321}"/>
                  </a:ext>
                </a:extLst>
              </p:cNvPr>
              <p:cNvSpPr txBox="1"/>
              <p:nvPr/>
            </p:nvSpPr>
            <p:spPr>
              <a:xfrm>
                <a:off x="4362340" y="6048375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Label Encoding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470DD92-535C-E88A-497B-C2E918062118}"/>
                  </a:ext>
                </a:extLst>
              </p:cNvPr>
              <p:cNvSpPr txBox="1"/>
              <p:nvPr/>
            </p:nvSpPr>
            <p:spPr>
              <a:xfrm>
                <a:off x="4362340" y="6315075"/>
                <a:ext cx="2381190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Activity classes encoded for machine learning compatibility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5F81169-0137-C22D-7597-2F0ABD376C3E}"/>
                </a:ext>
              </a:extLst>
            </p:cNvPr>
            <p:cNvGrpSpPr/>
            <p:nvPr/>
          </p:nvGrpSpPr>
          <p:grpSpPr>
            <a:xfrm>
              <a:off x="7158489" y="1508444"/>
              <a:ext cx="4925481" cy="2434904"/>
              <a:chOff x="666733" y="7200899"/>
              <a:chExt cx="6343491" cy="2476500"/>
            </a:xfrm>
          </p:grpSpPr>
          <p:sp>
            <p:nvSpPr>
              <p:cNvPr id="8" name="Rounded Rectangle 37">
                <a:extLst>
                  <a:ext uri="{FF2B5EF4-FFF2-40B4-BE49-F238E27FC236}">
                    <a16:creationId xmlns:a16="http://schemas.microsoft.com/office/drawing/2014/main" id="{3ADB1EAB-6038-0F2C-24A3-3503336A32FD}"/>
                  </a:ext>
                </a:extLst>
              </p:cNvPr>
              <p:cNvSpPr/>
              <p:nvPr/>
            </p:nvSpPr>
            <p:spPr>
              <a:xfrm>
                <a:off x="666733" y="7200900"/>
                <a:ext cx="6343491" cy="2476499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9" name="Round Same Side Corner Rectangle 38">
                <a:extLst>
                  <a:ext uri="{FF2B5EF4-FFF2-40B4-BE49-F238E27FC236}">
                    <a16:creationId xmlns:a16="http://schemas.microsoft.com/office/drawing/2014/main" id="{36477ED7-2346-46CE-D27D-FC9F5E370E2E}"/>
                  </a:ext>
                </a:extLst>
              </p:cNvPr>
              <p:cNvSpPr/>
              <p:nvPr/>
            </p:nvSpPr>
            <p:spPr>
              <a:xfrm rot="16200000">
                <a:off x="-505476" y="8373109"/>
                <a:ext cx="2476499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072F3DA-1A1F-8612-DFEF-EC66BC4B6FEE}"/>
                  </a:ext>
                </a:extLst>
              </p:cNvPr>
              <p:cNvSpPr txBox="1"/>
              <p:nvPr/>
            </p:nvSpPr>
            <p:spPr>
              <a:xfrm>
                <a:off x="847703" y="7343775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Data Splitting Strategy 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5BB68B-BCA5-9D3B-63E5-979C6AFC18F1}"/>
                  </a:ext>
                </a:extLst>
              </p:cNvPr>
              <p:cNvSpPr txBox="1"/>
              <p:nvPr/>
            </p:nvSpPr>
            <p:spPr>
              <a:xfrm>
                <a:off x="847703" y="7705724"/>
                <a:ext cx="6019649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 dirty="0">
                    <a:solidFill>
                      <a:srgbClr val="333333"/>
                    </a:solidFill>
                  </a:rPr>
                  <a:t> For general model evaluation, </a:t>
                </a:r>
                <a:r>
                  <a:rPr sz="1196" b="1" dirty="0" err="1">
                    <a:solidFill>
                      <a:srgbClr val="B30000"/>
                    </a:solidFill>
                  </a:rPr>
                  <a:t>GroupShuffleSplit</a:t>
                </a:r>
                <a:r>
                  <a:rPr sz="1196" b="0" dirty="0">
                    <a:solidFill>
                      <a:srgbClr val="333333"/>
                    </a:solidFill>
                  </a:rPr>
                  <a:t> was employed to ensure all data from a single subject resides in either training or test set, simulating real-world scenarios with unseen users. </a:t>
                </a:r>
              </a:p>
            </p:txBody>
          </p:sp>
          <p:sp>
            <p:nvSpPr>
              <p:cNvPr id="12" name="Rounded Rectangle 42">
                <a:extLst>
                  <a:ext uri="{FF2B5EF4-FFF2-40B4-BE49-F238E27FC236}">
                    <a16:creationId xmlns:a16="http://schemas.microsoft.com/office/drawing/2014/main" id="{C2B0AA8A-0F70-3F70-598A-414AE5DD5A99}"/>
                  </a:ext>
                </a:extLst>
              </p:cNvPr>
              <p:cNvSpPr/>
              <p:nvPr/>
            </p:nvSpPr>
            <p:spPr>
              <a:xfrm>
                <a:off x="847703" y="8601075"/>
                <a:ext cx="2933626" cy="933449"/>
              </a:xfrm>
              <a:prstGeom prst="roundRect">
                <a:avLst>
                  <a:gd name="adj" fmla="val 12244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3" name="Picture 12" descr="image.png">
                <a:extLst>
                  <a:ext uri="{FF2B5EF4-FFF2-40B4-BE49-F238E27FC236}">
                    <a16:creationId xmlns:a16="http://schemas.microsoft.com/office/drawing/2014/main" id="{A4B69F8B-C3AE-B0C9-20A3-25CD72B669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962000" y="8758237"/>
                <a:ext cx="228594" cy="142875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C13826-3485-B005-3E5F-F85C60E36269}"/>
                  </a:ext>
                </a:extLst>
              </p:cNvPr>
              <p:cNvSpPr txBox="1"/>
              <p:nvPr/>
            </p:nvSpPr>
            <p:spPr>
              <a:xfrm>
                <a:off x="1285842" y="8715375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Personalized Models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C490B6-1CAF-27C8-075F-2C43C6EB1400}"/>
                  </a:ext>
                </a:extLst>
              </p:cNvPr>
              <p:cNvSpPr txBox="1"/>
              <p:nvPr/>
            </p:nvSpPr>
            <p:spPr>
              <a:xfrm>
                <a:off x="1285842" y="8982075"/>
                <a:ext cx="2381190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Individual 80/20 split for each subject's data</a:t>
                </a:r>
              </a:p>
            </p:txBody>
          </p:sp>
          <p:sp>
            <p:nvSpPr>
              <p:cNvPr id="16" name="Rounded Rectangle 46">
                <a:extLst>
                  <a:ext uri="{FF2B5EF4-FFF2-40B4-BE49-F238E27FC236}">
                    <a16:creationId xmlns:a16="http://schemas.microsoft.com/office/drawing/2014/main" id="{D23C05D1-D07C-91C6-E4E1-32D5C3FAC444}"/>
                  </a:ext>
                </a:extLst>
              </p:cNvPr>
              <p:cNvSpPr/>
              <p:nvPr/>
            </p:nvSpPr>
            <p:spPr>
              <a:xfrm>
                <a:off x="3924201" y="8601075"/>
                <a:ext cx="2933626" cy="933449"/>
              </a:xfrm>
              <a:prstGeom prst="roundRect">
                <a:avLst>
                  <a:gd name="adj" fmla="val 12244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7" name="Picture 16" descr="image.png">
                <a:extLst>
                  <a:ext uri="{FF2B5EF4-FFF2-40B4-BE49-F238E27FC236}">
                    <a16:creationId xmlns:a16="http://schemas.microsoft.com/office/drawing/2014/main" id="{9E98A547-C2CE-4C0F-4A4D-27B86B2C88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038499" y="8736806"/>
                <a:ext cx="228594" cy="18573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5E0B8CE-F4BA-403A-C3A9-138DA35389ED}"/>
                  </a:ext>
                </a:extLst>
              </p:cNvPr>
              <p:cNvSpPr txBox="1"/>
              <p:nvPr/>
            </p:nvSpPr>
            <p:spPr>
              <a:xfrm>
                <a:off x="4362340" y="8715375"/>
                <a:ext cx="238119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Stratified Sampling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9BB5FD9-4C39-A4DF-8B7D-12FC795CEB51}"/>
                  </a:ext>
                </a:extLst>
              </p:cNvPr>
              <p:cNvSpPr txBox="1"/>
              <p:nvPr/>
            </p:nvSpPr>
            <p:spPr>
              <a:xfrm>
                <a:off x="4362340" y="8982075"/>
                <a:ext cx="2381190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Ensures balanced representation of all activity classes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D51313-0E71-A734-BF2D-443FB5B86A5C}"/>
                </a:ext>
              </a:extLst>
            </p:cNvPr>
            <p:cNvSpPr/>
            <p:nvPr/>
          </p:nvSpPr>
          <p:spPr>
            <a:xfrm>
              <a:off x="7476500" y="3990175"/>
              <a:ext cx="4228994" cy="2284752"/>
            </a:xfrm>
            <a:prstGeom prst="rect">
              <a:avLst/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FD8393-1FC4-4B2A-62B4-79EDCC613A14}"/>
                </a:ext>
              </a:extLst>
            </p:cNvPr>
            <p:cNvSpPr txBox="1"/>
            <p:nvPr/>
          </p:nvSpPr>
          <p:spPr>
            <a:xfrm>
              <a:off x="7387753" y="6427327"/>
              <a:ext cx="4228994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1300"/>
                </a:spcBef>
                <a:spcAft>
                  <a:spcPts val="0"/>
                </a:spcAft>
              </a:pPr>
              <a:r>
                <a:rPr sz="1076" b="0" dirty="0">
                  <a:solidFill>
                    <a:srgbClr val="666666"/>
                  </a:solidFill>
                </a:rPr>
                <a:t>Sensor data preprocessing workflow for HAR systems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0440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159E46F3-4408-1F9F-4A15-5D5A52E0EE6C}"/>
              </a:ext>
            </a:extLst>
          </p:cNvPr>
          <p:cNvGrpSpPr/>
          <p:nvPr/>
        </p:nvGrpSpPr>
        <p:grpSpPr>
          <a:xfrm>
            <a:off x="560412" y="699447"/>
            <a:ext cx="11359364" cy="5903678"/>
            <a:chOff x="666733" y="754295"/>
            <a:chExt cx="11359364" cy="590367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10BD76F-3C52-AD84-0334-1CF561D4264F}"/>
                </a:ext>
              </a:extLst>
            </p:cNvPr>
            <p:cNvSpPr txBox="1"/>
            <p:nvPr/>
          </p:nvSpPr>
          <p:spPr>
            <a:xfrm>
              <a:off x="895873" y="754295"/>
              <a:ext cx="10858228" cy="4762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2392" b="1" dirty="0">
                  <a:solidFill>
                    <a:srgbClr val="B30000"/>
                  </a:solidFill>
                </a:rPr>
                <a:t>Selected Features and Battery-Efficient Design</a:t>
              </a:r>
            </a:p>
          </p:txBody>
        </p:sp>
        <p:sp>
          <p:nvSpPr>
            <p:cNvPr id="81" name="Rounded Rectangle 3">
              <a:extLst>
                <a:ext uri="{FF2B5EF4-FFF2-40B4-BE49-F238E27FC236}">
                  <a16:creationId xmlns:a16="http://schemas.microsoft.com/office/drawing/2014/main" id="{BC8F4822-932F-7E01-92C4-211A0EFDB4E1}"/>
                </a:ext>
              </a:extLst>
            </p:cNvPr>
            <p:cNvSpPr/>
            <p:nvPr/>
          </p:nvSpPr>
          <p:spPr>
            <a:xfrm>
              <a:off x="666733" y="1466849"/>
              <a:ext cx="6343491" cy="2676524"/>
            </a:xfrm>
            <a:prstGeom prst="roundRect">
              <a:avLst>
                <a:gd name="adj" fmla="val 0"/>
              </a:avLst>
            </a:prstGeom>
            <a:solidFill>
              <a:srgbClr val="B30000">
                <a:alpha val="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F54F0FE-C0DB-3A47-C579-A57EFD78F663}"/>
                </a:ext>
              </a:extLst>
            </p:cNvPr>
            <p:cNvSpPr txBox="1"/>
            <p:nvPr/>
          </p:nvSpPr>
          <p:spPr>
            <a:xfrm>
              <a:off x="847703" y="1597897"/>
              <a:ext cx="6019649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1315" b="1">
                  <a:solidFill>
                    <a:srgbClr val="B30000"/>
                  </a:solidFill>
                </a:rPr>
                <a:t> </a:t>
              </a:r>
              <a:r>
                <a:rPr sz="1104"/>
                <a:t>  </a:t>
              </a:r>
              <a:r>
                <a:rPr sz="1315" b="1">
                  <a:solidFill>
                    <a:srgbClr val="B30000"/>
                  </a:solidFill>
                </a:rPr>
                <a:t> Battery-Efficient Feature Selection </a:t>
              </a:r>
            </a:p>
          </p:txBody>
        </p:sp>
        <p:pic>
          <p:nvPicPr>
            <p:cNvPr id="83" name="Picture 82" descr="image.png">
              <a:extLst>
                <a:ext uri="{FF2B5EF4-FFF2-40B4-BE49-F238E27FC236}">
                  <a16:creationId xmlns:a16="http://schemas.microsoft.com/office/drawing/2014/main" id="{BD5004DF-66E2-E49B-C4F4-A442891AF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7703" y="1668383"/>
              <a:ext cx="228594" cy="125729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6847C38-ED34-1BE3-88C4-2D0CDC462A00}"/>
                </a:ext>
              </a:extLst>
            </p:cNvPr>
            <p:cNvSpPr txBox="1"/>
            <p:nvPr/>
          </p:nvSpPr>
          <p:spPr>
            <a:xfrm>
              <a:off x="847703" y="1959848"/>
              <a:ext cx="6019649" cy="800100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0" dirty="0">
                  <a:solidFill>
                    <a:srgbClr val="333333"/>
                  </a:solidFill>
                </a:rPr>
                <a:t>The feature selection process prioritized computational efficiency while maintaining predictive power, focusing on only the most informative statistical features from accelerometer signals.</a:t>
              </a:r>
            </a:p>
          </p:txBody>
        </p:sp>
        <p:sp>
          <p:nvSpPr>
            <p:cNvPr id="85" name="Rounded Rectangle 8">
              <a:extLst>
                <a:ext uri="{FF2B5EF4-FFF2-40B4-BE49-F238E27FC236}">
                  <a16:creationId xmlns:a16="http://schemas.microsoft.com/office/drawing/2014/main" id="{CEFAC470-8CF1-BE18-4435-01B6DD6BDE16}"/>
                </a:ext>
              </a:extLst>
            </p:cNvPr>
            <p:cNvSpPr/>
            <p:nvPr/>
          </p:nvSpPr>
          <p:spPr>
            <a:xfrm>
              <a:off x="847703" y="2855198"/>
              <a:ext cx="2933626" cy="1133475"/>
            </a:xfrm>
            <a:prstGeom prst="roundRect">
              <a:avLst>
                <a:gd name="adj" fmla="val 10084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D1D691A-594A-E2F3-7762-08050C322CCA}"/>
                </a:ext>
              </a:extLst>
            </p:cNvPr>
            <p:cNvSpPr txBox="1"/>
            <p:nvPr/>
          </p:nvSpPr>
          <p:spPr>
            <a:xfrm>
              <a:off x="962000" y="2969498"/>
              <a:ext cx="2705032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076" b="1">
                  <a:solidFill>
                    <a:srgbClr val="B30000"/>
                  </a:solidFill>
                </a:rPr>
                <a:t> </a:t>
              </a:r>
              <a:r>
                <a:rPr sz="1104"/>
                <a:t>  </a:t>
              </a:r>
              <a:r>
                <a:rPr sz="1076" b="1">
                  <a:solidFill>
                    <a:srgbClr val="B30000"/>
                  </a:solidFill>
                </a:rPr>
                <a:t> Retained Features </a:t>
              </a:r>
            </a:p>
          </p:txBody>
        </p:sp>
        <p:pic>
          <p:nvPicPr>
            <p:cNvPr id="87" name="Picture 86" descr="image.png">
              <a:extLst>
                <a:ext uri="{FF2B5EF4-FFF2-40B4-BE49-F238E27FC236}">
                  <a16:creationId xmlns:a16="http://schemas.microsoft.com/office/drawing/2014/main" id="{DD9793FE-B485-C012-E60B-C503D2F8A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62000" y="3009134"/>
              <a:ext cx="171445" cy="149327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07268B3-2225-A44B-000B-8BD913BA8711}"/>
                </a:ext>
              </a:extLst>
            </p:cNvPr>
            <p:cNvSpPr txBox="1"/>
            <p:nvPr/>
          </p:nvSpPr>
          <p:spPr>
            <a:xfrm>
              <a:off x="962000" y="3276599"/>
              <a:ext cx="609584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mean()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C8B535B-AF6F-F3DF-7F6D-3277C730456B}"/>
                </a:ext>
              </a:extLst>
            </p:cNvPr>
            <p:cNvSpPr txBox="1"/>
            <p:nvPr/>
          </p:nvSpPr>
          <p:spPr>
            <a:xfrm>
              <a:off x="1638259" y="3276599"/>
              <a:ext cx="438139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std()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D81906F-4B82-ADE6-4E9E-8804EBFB5A9B}"/>
                </a:ext>
              </a:extLst>
            </p:cNvPr>
            <p:cNvSpPr txBox="1"/>
            <p:nvPr/>
          </p:nvSpPr>
          <p:spPr>
            <a:xfrm>
              <a:off x="2162120" y="3276599"/>
              <a:ext cx="1285842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Body acceleration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EF0570C-2270-FF50-1EC0-F6A197714F64}"/>
                </a:ext>
              </a:extLst>
            </p:cNvPr>
            <p:cNvSpPr txBox="1"/>
            <p:nvPr/>
          </p:nvSpPr>
          <p:spPr>
            <a:xfrm>
              <a:off x="962000" y="3619499"/>
              <a:ext cx="800079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Subject ID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D6353EB-9203-386E-7E5B-CA30D84D40B7}"/>
                </a:ext>
              </a:extLst>
            </p:cNvPr>
            <p:cNvSpPr txBox="1"/>
            <p:nvPr/>
          </p:nvSpPr>
          <p:spPr>
            <a:xfrm>
              <a:off x="1838279" y="3607672"/>
              <a:ext cx="1000099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Activity Label</a:t>
              </a:r>
            </a:p>
          </p:txBody>
        </p:sp>
        <p:sp>
          <p:nvSpPr>
            <p:cNvPr id="93" name="Rounded Rectangle 21">
              <a:extLst>
                <a:ext uri="{FF2B5EF4-FFF2-40B4-BE49-F238E27FC236}">
                  <a16:creationId xmlns:a16="http://schemas.microsoft.com/office/drawing/2014/main" id="{905653E1-9BDB-FF77-FFAE-46682EF68B61}"/>
                </a:ext>
              </a:extLst>
            </p:cNvPr>
            <p:cNvSpPr/>
            <p:nvPr/>
          </p:nvSpPr>
          <p:spPr>
            <a:xfrm>
              <a:off x="3924201" y="2867025"/>
              <a:ext cx="2933626" cy="1133475"/>
            </a:xfrm>
            <a:prstGeom prst="roundRect">
              <a:avLst>
                <a:gd name="adj" fmla="val 10084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391137E-43DB-6CAB-BA17-734B9B31D9A4}"/>
                </a:ext>
              </a:extLst>
            </p:cNvPr>
            <p:cNvSpPr txBox="1"/>
            <p:nvPr/>
          </p:nvSpPr>
          <p:spPr>
            <a:xfrm>
              <a:off x="4038499" y="2969498"/>
              <a:ext cx="2705032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076" b="1">
                  <a:solidFill>
                    <a:srgbClr val="B30000"/>
                  </a:solidFill>
                </a:rPr>
                <a:t> </a:t>
              </a:r>
              <a:r>
                <a:rPr sz="1104"/>
                <a:t>  </a:t>
              </a:r>
              <a:r>
                <a:rPr sz="1076" b="1">
                  <a:solidFill>
                    <a:srgbClr val="B30000"/>
                  </a:solidFill>
                </a:rPr>
                <a:t> Removed Features </a:t>
              </a:r>
            </a:p>
          </p:txBody>
        </p:sp>
        <p:pic>
          <p:nvPicPr>
            <p:cNvPr id="95" name="Picture 94" descr="image.png">
              <a:extLst>
                <a:ext uri="{FF2B5EF4-FFF2-40B4-BE49-F238E27FC236}">
                  <a16:creationId xmlns:a16="http://schemas.microsoft.com/office/drawing/2014/main" id="{7A26C5C8-D315-887D-FBF9-51C55B33C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38499" y="3009134"/>
              <a:ext cx="171445" cy="149327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BA1A431-89BE-6687-D68F-204ECF3F2A9C}"/>
                </a:ext>
              </a:extLst>
            </p:cNvPr>
            <p:cNvSpPr txBox="1"/>
            <p:nvPr/>
          </p:nvSpPr>
          <p:spPr>
            <a:xfrm>
              <a:off x="4038499" y="3276599"/>
              <a:ext cx="1209644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FFT components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F6DC18B-C02D-EFFA-78D0-BC4F4969EC3C}"/>
                </a:ext>
              </a:extLst>
            </p:cNvPr>
            <p:cNvSpPr txBox="1"/>
            <p:nvPr/>
          </p:nvSpPr>
          <p:spPr>
            <a:xfrm>
              <a:off x="5324341" y="3276599"/>
              <a:ext cx="428614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Jerk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CC3AA1F-1F2A-D704-79D0-AA201C056EB1}"/>
                </a:ext>
              </a:extLst>
            </p:cNvPr>
            <p:cNvSpPr txBox="1"/>
            <p:nvPr/>
          </p:nvSpPr>
          <p:spPr>
            <a:xfrm>
              <a:off x="5838679" y="3276599"/>
              <a:ext cx="828654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Magnitude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A22A794-E323-EA23-B62E-21077C097490}"/>
                </a:ext>
              </a:extLst>
            </p:cNvPr>
            <p:cNvSpPr txBox="1"/>
            <p:nvPr/>
          </p:nvSpPr>
          <p:spPr>
            <a:xfrm>
              <a:off x="4038499" y="3619499"/>
              <a:ext cx="1057248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Angle features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B9550E1-0770-ABB4-2845-20A3C1015B79}"/>
                </a:ext>
              </a:extLst>
            </p:cNvPr>
            <p:cNvSpPr txBox="1"/>
            <p:nvPr/>
          </p:nvSpPr>
          <p:spPr>
            <a:xfrm>
              <a:off x="5171945" y="3619499"/>
              <a:ext cx="1428714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Gravity components</a:t>
              </a: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BC60E059-FC51-9005-9116-1654723725C3}"/>
                </a:ext>
              </a:extLst>
            </p:cNvPr>
            <p:cNvGrpSpPr/>
            <p:nvPr/>
          </p:nvGrpSpPr>
          <p:grpSpPr>
            <a:xfrm>
              <a:off x="666733" y="4333874"/>
              <a:ext cx="6343491" cy="2324099"/>
              <a:chOff x="666733" y="4333874"/>
              <a:chExt cx="6343491" cy="3381376"/>
            </a:xfrm>
          </p:grpSpPr>
          <p:sp>
            <p:nvSpPr>
              <p:cNvPr id="114" name="Rounded Rectangle 34">
                <a:extLst>
                  <a:ext uri="{FF2B5EF4-FFF2-40B4-BE49-F238E27FC236}">
                    <a16:creationId xmlns:a16="http://schemas.microsoft.com/office/drawing/2014/main" id="{8BD22450-493B-F67E-685E-BE3FE3A074AC}"/>
                  </a:ext>
                </a:extLst>
              </p:cNvPr>
              <p:cNvSpPr/>
              <p:nvPr/>
            </p:nvSpPr>
            <p:spPr>
              <a:xfrm>
                <a:off x="666733" y="4333875"/>
                <a:ext cx="6343491" cy="3381375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5" name="Round Same Side Corner Rectangle 35">
                <a:extLst>
                  <a:ext uri="{FF2B5EF4-FFF2-40B4-BE49-F238E27FC236}">
                    <a16:creationId xmlns:a16="http://schemas.microsoft.com/office/drawing/2014/main" id="{C631D623-4709-4F75-5127-9BBAC40976B1}"/>
                  </a:ext>
                </a:extLst>
              </p:cNvPr>
              <p:cNvSpPr/>
              <p:nvPr/>
            </p:nvSpPr>
            <p:spPr>
              <a:xfrm rot="16200000">
                <a:off x="-957914" y="5958522"/>
                <a:ext cx="3381375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48BD9C0-D14D-23CA-78F0-B6C0059DED5F}"/>
                  </a:ext>
                </a:extLst>
              </p:cNvPr>
              <p:cNvSpPr txBox="1"/>
              <p:nvPr/>
            </p:nvSpPr>
            <p:spPr>
              <a:xfrm>
                <a:off x="847703" y="4476750"/>
                <a:ext cx="6019649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Energy Optimization Strategies </a:t>
                </a:r>
              </a:p>
            </p:txBody>
          </p:sp>
          <p:pic>
            <p:nvPicPr>
              <p:cNvPr id="117" name="Picture 116" descr="image.png">
                <a:extLst>
                  <a:ext uri="{FF2B5EF4-FFF2-40B4-BE49-F238E27FC236}">
                    <a16:creationId xmlns:a16="http://schemas.microsoft.com/office/drawing/2014/main" id="{32BB3CEF-8E31-9B45-4DE6-6CA13A212D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47703" y="4512945"/>
                <a:ext cx="228594" cy="194309"/>
              </a:xfrm>
              <a:prstGeom prst="rect">
                <a:avLst/>
              </a:prstGeom>
            </p:spPr>
          </p:pic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0D8F878C-B190-C7BA-54E8-0B77B99152B3}"/>
                  </a:ext>
                </a:extLst>
              </p:cNvPr>
              <p:cNvSpPr txBox="1"/>
              <p:nvPr/>
            </p:nvSpPr>
            <p:spPr>
              <a:xfrm>
                <a:off x="847703" y="4838699"/>
                <a:ext cx="6019649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>
                    <a:solidFill>
                      <a:srgbClr val="333333"/>
                    </a:solidFill>
                  </a:rPr>
                  <a:t>The system employs a two-tier optimization approach: feature-level optimization through selective feature extraction and runtime optimization via adaptive sampling.</a:t>
                </a:r>
              </a:p>
            </p:txBody>
          </p:sp>
          <p:sp>
            <p:nvSpPr>
              <p:cNvPr id="119" name="Rounded Rectangle 39">
                <a:extLst>
                  <a:ext uri="{FF2B5EF4-FFF2-40B4-BE49-F238E27FC236}">
                    <a16:creationId xmlns:a16="http://schemas.microsoft.com/office/drawing/2014/main" id="{263D8062-566D-D9B8-25D3-793C1453A8A8}"/>
                  </a:ext>
                </a:extLst>
              </p:cNvPr>
              <p:cNvSpPr/>
              <p:nvPr/>
            </p:nvSpPr>
            <p:spPr>
              <a:xfrm>
                <a:off x="847703" y="5734050"/>
                <a:ext cx="2933626" cy="1838324"/>
              </a:xfrm>
              <a:prstGeom prst="roundRect">
                <a:avLst>
                  <a:gd name="adj" fmla="val 62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F68EECF-11C2-15D6-49E2-2ED636C05DAD}"/>
                  </a:ext>
                </a:extLst>
              </p:cNvPr>
              <p:cNvSpPr txBox="1"/>
              <p:nvPr/>
            </p:nvSpPr>
            <p:spPr>
              <a:xfrm>
                <a:off x="962000" y="5848350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520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076" b="1">
                    <a:solidFill>
                      <a:srgbClr val="B30000"/>
                    </a:solidFill>
                  </a:rPr>
                  <a:t> Adaptive Sampling </a:t>
                </a:r>
              </a:p>
            </p:txBody>
          </p:sp>
          <p:pic>
            <p:nvPicPr>
              <p:cNvPr id="121" name="Picture 120" descr="image.png">
                <a:extLst>
                  <a:ext uri="{FF2B5EF4-FFF2-40B4-BE49-F238E27FC236}">
                    <a16:creationId xmlns:a16="http://schemas.microsoft.com/office/drawing/2014/main" id="{1CAE0F3E-661A-51FE-5010-8E1F2BDBB1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962000" y="5890905"/>
                <a:ext cx="171445" cy="124439"/>
              </a:xfrm>
              <a:prstGeom prst="rect">
                <a:avLst/>
              </a:prstGeom>
            </p:spPr>
          </p:pic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58ADC2A-78CC-5756-F086-ADBBCA5B8D50}"/>
                  </a:ext>
                </a:extLst>
              </p:cNvPr>
              <p:cNvSpPr txBox="1"/>
              <p:nvPr/>
            </p:nvSpPr>
            <p:spPr>
              <a:xfrm>
                <a:off x="962000" y="6143625"/>
                <a:ext cx="2705032" cy="131445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• Lower frequency during static activities</a:t>
                </a:r>
                <a:r>
                  <a:rPr sz="1104"/>
                  <a:t>
</a:t>
                </a:r>
                <a:r>
                  <a:rPr sz="1076" b="0">
                    <a:solidFill>
                      <a:srgbClr val="333333"/>
                    </a:solidFill>
                  </a:rPr>
                  <a:t>• Higher frequency during dynamic activities</a:t>
                </a:r>
                <a:r>
                  <a:rPr sz="1104"/>
                  <a:t>
</a:t>
                </a:r>
                <a:r>
                  <a:rPr sz="1076" b="0">
                    <a:solidFill>
                      <a:srgbClr val="333333"/>
                    </a:solidFill>
                  </a:rPr>
                  <a:t>• Reduces redundant data collection by </a:t>
                </a:r>
                <a:r>
                  <a:rPr sz="1076" b="1">
                    <a:solidFill>
                      <a:srgbClr val="B30000"/>
                    </a:solidFill>
                  </a:rPr>
                  <a:t>50-60%</a:t>
                </a:r>
              </a:p>
            </p:txBody>
          </p:sp>
          <p:sp>
            <p:nvSpPr>
              <p:cNvPr id="123" name="Rounded Rectangle 43">
                <a:extLst>
                  <a:ext uri="{FF2B5EF4-FFF2-40B4-BE49-F238E27FC236}">
                    <a16:creationId xmlns:a16="http://schemas.microsoft.com/office/drawing/2014/main" id="{42E643D3-8A80-A34B-3F23-D9BAA35FAA95}"/>
                  </a:ext>
                </a:extLst>
              </p:cNvPr>
              <p:cNvSpPr/>
              <p:nvPr/>
            </p:nvSpPr>
            <p:spPr>
              <a:xfrm>
                <a:off x="3924201" y="5734050"/>
                <a:ext cx="2933626" cy="1838324"/>
              </a:xfrm>
              <a:prstGeom prst="roundRect">
                <a:avLst>
                  <a:gd name="adj" fmla="val 62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F7DACB0-5553-46C6-BC0E-BDB3EA6A78D2}"/>
                  </a:ext>
                </a:extLst>
              </p:cNvPr>
              <p:cNvSpPr txBox="1"/>
              <p:nvPr/>
            </p:nvSpPr>
            <p:spPr>
              <a:xfrm>
                <a:off x="4038499" y="5848350"/>
                <a:ext cx="2705032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520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076" b="1">
                    <a:solidFill>
                      <a:srgbClr val="B30000"/>
                    </a:solidFill>
                  </a:rPr>
                  <a:t> Computational Efficiency </a:t>
                </a:r>
              </a:p>
            </p:txBody>
          </p:sp>
          <p:pic>
            <p:nvPicPr>
              <p:cNvPr id="125" name="Picture 124" descr="image.png">
                <a:extLst>
                  <a:ext uri="{FF2B5EF4-FFF2-40B4-BE49-F238E27FC236}">
                    <a16:creationId xmlns:a16="http://schemas.microsoft.com/office/drawing/2014/main" id="{99498BA5-13A5-951F-CD2F-527B1AD1D7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038499" y="5883991"/>
                <a:ext cx="171445" cy="138266"/>
              </a:xfrm>
              <a:prstGeom prst="rect">
                <a:avLst/>
              </a:prstGeom>
            </p:spPr>
          </p:pic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2D8A7C8-3E94-3EA2-72A0-B240FDD322E1}"/>
                  </a:ext>
                </a:extLst>
              </p:cNvPr>
              <p:cNvSpPr txBox="1"/>
              <p:nvPr/>
            </p:nvSpPr>
            <p:spPr>
              <a:xfrm>
                <a:off x="4038499" y="6143625"/>
                <a:ext cx="2705032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• Eliminates expensive FFT operations</a:t>
                </a:r>
                <a:r>
                  <a:rPr sz="1104"/>
                  <a:t>
</a:t>
                </a:r>
                <a:r>
                  <a:rPr sz="1076" b="0">
                    <a:solidFill>
                      <a:srgbClr val="333333"/>
                    </a:solidFill>
                  </a:rPr>
                  <a:t>• Removes derivative calculations</a:t>
                </a:r>
                <a:r>
                  <a:rPr sz="1104"/>
                  <a:t>
</a:t>
                </a:r>
                <a:r>
                  <a:rPr sz="1076" b="0">
                    <a:solidFill>
                      <a:srgbClr val="333333"/>
                    </a:solidFill>
                  </a:rPr>
                  <a:t>• Reduces model training time by </a:t>
                </a:r>
                <a:r>
                  <a:rPr sz="1076" b="1">
                    <a:solidFill>
                      <a:srgbClr val="B30000"/>
                    </a:solidFill>
                  </a:rPr>
                  <a:t>40%</a:t>
                </a: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6EDFB4D-A53F-7DC9-9B66-D88A86F05EB5}"/>
                </a:ext>
              </a:extLst>
            </p:cNvPr>
            <p:cNvGrpSpPr/>
            <p:nvPr/>
          </p:nvGrpSpPr>
          <p:grpSpPr>
            <a:xfrm>
              <a:off x="7183281" y="1652587"/>
              <a:ext cx="4842816" cy="1152524"/>
              <a:chOff x="666733" y="8001000"/>
              <a:chExt cx="6343491" cy="1152524"/>
            </a:xfrm>
          </p:grpSpPr>
          <p:sp>
            <p:nvSpPr>
              <p:cNvPr id="105" name="Rounded Rectangle 47">
                <a:extLst>
                  <a:ext uri="{FF2B5EF4-FFF2-40B4-BE49-F238E27FC236}">
                    <a16:creationId xmlns:a16="http://schemas.microsoft.com/office/drawing/2014/main" id="{FD69FC3C-771F-D810-32B4-2D72D997E99A}"/>
                  </a:ext>
                </a:extLst>
              </p:cNvPr>
              <p:cNvSpPr/>
              <p:nvPr/>
            </p:nvSpPr>
            <p:spPr>
              <a:xfrm>
                <a:off x="666733" y="8001000"/>
                <a:ext cx="2019249" cy="1152524"/>
              </a:xfrm>
              <a:prstGeom prst="roundRect">
                <a:avLst>
                  <a:gd name="adj" fmla="val 9917"/>
                </a:avLst>
              </a:prstGeom>
              <a:solidFill>
                <a:srgbClr val="B30000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8BC74A86-3B98-7207-56F2-96271598A3D5}"/>
                  </a:ext>
                </a:extLst>
              </p:cNvPr>
              <p:cNvSpPr txBox="1"/>
              <p:nvPr/>
            </p:nvSpPr>
            <p:spPr>
              <a:xfrm>
                <a:off x="809604" y="8143875"/>
                <a:ext cx="1733506" cy="3809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913" b="1">
                    <a:solidFill>
                      <a:srgbClr val="B30000"/>
                    </a:solidFill>
                  </a:rPr>
                  <a:t>60%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D8A1DD6-115A-9C26-2A59-926EA91B1705}"/>
                  </a:ext>
                </a:extLst>
              </p:cNvPr>
              <p:cNvSpPr txBox="1"/>
              <p:nvPr/>
            </p:nvSpPr>
            <p:spPr>
              <a:xfrm>
                <a:off x="809604" y="8572500"/>
                <a:ext cx="1733506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Battery Life Extension</a:t>
                </a:r>
              </a:p>
            </p:txBody>
          </p:sp>
          <p:sp>
            <p:nvSpPr>
              <p:cNvPr id="108" name="Rounded Rectangle 50">
                <a:extLst>
                  <a:ext uri="{FF2B5EF4-FFF2-40B4-BE49-F238E27FC236}">
                    <a16:creationId xmlns:a16="http://schemas.microsoft.com/office/drawing/2014/main" id="{9466D494-675B-50A6-AB40-2DCE7BEA9136}"/>
                  </a:ext>
                </a:extLst>
              </p:cNvPr>
              <p:cNvSpPr/>
              <p:nvPr/>
            </p:nvSpPr>
            <p:spPr>
              <a:xfrm>
                <a:off x="2828854" y="8001000"/>
                <a:ext cx="2019249" cy="1152524"/>
              </a:xfrm>
              <a:prstGeom prst="roundRect">
                <a:avLst>
                  <a:gd name="adj" fmla="val 9917"/>
                </a:avLst>
              </a:prstGeom>
              <a:solidFill>
                <a:srgbClr val="B30000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D9202BD-EA62-3F64-46CF-B48614CD856A}"/>
                  </a:ext>
                </a:extLst>
              </p:cNvPr>
              <p:cNvSpPr txBox="1"/>
              <p:nvPr/>
            </p:nvSpPr>
            <p:spPr>
              <a:xfrm>
                <a:off x="2971725" y="8143875"/>
                <a:ext cx="1733506" cy="3809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913" b="1">
                    <a:solidFill>
                      <a:srgbClr val="B30000"/>
                    </a:solidFill>
                  </a:rPr>
                  <a:t>40%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C6BB122-35E1-9C35-9A04-D5A67F18FE78}"/>
                  </a:ext>
                </a:extLst>
              </p:cNvPr>
              <p:cNvSpPr txBox="1"/>
              <p:nvPr/>
            </p:nvSpPr>
            <p:spPr>
              <a:xfrm>
                <a:off x="2971725" y="8572500"/>
                <a:ext cx="1733506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Computational Reduction</a:t>
                </a:r>
              </a:p>
            </p:txBody>
          </p:sp>
          <p:sp>
            <p:nvSpPr>
              <p:cNvPr id="111" name="Rounded Rectangle 53">
                <a:extLst>
                  <a:ext uri="{FF2B5EF4-FFF2-40B4-BE49-F238E27FC236}">
                    <a16:creationId xmlns:a16="http://schemas.microsoft.com/office/drawing/2014/main" id="{69729D73-46A3-7E96-5B00-F91D7CD1419D}"/>
                  </a:ext>
                </a:extLst>
              </p:cNvPr>
              <p:cNvSpPr/>
              <p:nvPr/>
            </p:nvSpPr>
            <p:spPr>
              <a:xfrm>
                <a:off x="4990975" y="8001000"/>
                <a:ext cx="2019249" cy="1152524"/>
              </a:xfrm>
              <a:prstGeom prst="roundRect">
                <a:avLst>
                  <a:gd name="adj" fmla="val 9917"/>
                </a:avLst>
              </a:prstGeom>
              <a:solidFill>
                <a:srgbClr val="B30000">
                  <a:alpha val="1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2BE2CD68-BF1E-0580-89F1-91770DBEA44B}"/>
                  </a:ext>
                </a:extLst>
              </p:cNvPr>
              <p:cNvSpPr txBox="1"/>
              <p:nvPr/>
            </p:nvSpPr>
            <p:spPr>
              <a:xfrm>
                <a:off x="5133846" y="8143875"/>
                <a:ext cx="1733506" cy="3809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913" b="1">
                    <a:solidFill>
                      <a:srgbClr val="B30000"/>
                    </a:solidFill>
                  </a:rPr>
                  <a:t>85%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3BE44314-3984-2A80-32AB-D1F86ABF5590}"/>
                  </a:ext>
                </a:extLst>
              </p:cNvPr>
              <p:cNvSpPr txBox="1"/>
              <p:nvPr/>
            </p:nvSpPr>
            <p:spPr>
              <a:xfrm>
                <a:off x="5133846" y="8572500"/>
                <a:ext cx="1733506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Feature Information Retention</a:t>
                </a:r>
              </a:p>
            </p:txBody>
          </p:sp>
        </p:grp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0BFCD96-5060-DA38-576D-3DBCA308A334}"/>
                </a:ext>
              </a:extLst>
            </p:cNvPr>
            <p:cNvSpPr/>
            <p:nvPr/>
          </p:nvSpPr>
          <p:spPr>
            <a:xfrm>
              <a:off x="7490192" y="3025652"/>
              <a:ext cx="4228994" cy="2857500"/>
            </a:xfrm>
            <a:prstGeom prst="rect">
              <a:avLst/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AE730A3-B2A1-B82C-4E64-8E11FE129AE7}"/>
                </a:ext>
              </a:extLst>
            </p:cNvPr>
            <p:cNvSpPr txBox="1"/>
            <p:nvPr/>
          </p:nvSpPr>
          <p:spPr>
            <a:xfrm>
              <a:off x="7490192" y="6062339"/>
              <a:ext cx="4228994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spcBef>
                  <a:spcPts val="1300"/>
                </a:spcBef>
                <a:spcAft>
                  <a:spcPts val="0"/>
                </a:spcAft>
              </a:pPr>
              <a:r>
                <a:rPr sz="1076" b="0" dirty="0">
                  <a:solidFill>
                    <a:srgbClr val="666666"/>
                  </a:solidFill>
                </a:rPr>
                <a:t>Energy efficiency comparison between different feature sets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8668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64A9CED-75F5-4982-CDED-2CC826A8E8BF}"/>
              </a:ext>
            </a:extLst>
          </p:cNvPr>
          <p:cNvGrpSpPr/>
          <p:nvPr/>
        </p:nvGrpSpPr>
        <p:grpSpPr>
          <a:xfrm>
            <a:off x="552195" y="367903"/>
            <a:ext cx="11200727" cy="6246865"/>
            <a:chOff x="324234" y="380999"/>
            <a:chExt cx="11200727" cy="624686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000A5BA-F747-38F4-24AC-C75A0E0DC1CE}"/>
                </a:ext>
              </a:extLst>
            </p:cNvPr>
            <p:cNvSpPr txBox="1"/>
            <p:nvPr/>
          </p:nvSpPr>
          <p:spPr>
            <a:xfrm>
              <a:off x="666733" y="380999"/>
              <a:ext cx="10858228" cy="4762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2392" b="1">
                  <a:solidFill>
                    <a:srgbClr val="B30000"/>
                  </a:solidFill>
                </a:rPr>
                <a:t>Model Building: General vs Personalized Approach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E0B85B8-96EC-DF6C-FA17-103D77DB5D02}"/>
                </a:ext>
              </a:extLst>
            </p:cNvPr>
            <p:cNvGrpSpPr/>
            <p:nvPr/>
          </p:nvGrpSpPr>
          <p:grpSpPr>
            <a:xfrm>
              <a:off x="324234" y="1333499"/>
              <a:ext cx="7266760" cy="5294365"/>
              <a:chOff x="638792" y="1466848"/>
              <a:chExt cx="7266760" cy="8553452"/>
            </a:xfrm>
          </p:grpSpPr>
          <p:sp>
            <p:nvSpPr>
              <p:cNvPr id="6" name="Rounded Rectangle 3">
                <a:extLst>
                  <a:ext uri="{FF2B5EF4-FFF2-40B4-BE49-F238E27FC236}">
                    <a16:creationId xmlns:a16="http://schemas.microsoft.com/office/drawing/2014/main" id="{BEBA9EE5-0406-2AB6-C0D7-56ED172A0678}"/>
                  </a:ext>
                </a:extLst>
              </p:cNvPr>
              <p:cNvSpPr/>
              <p:nvPr/>
            </p:nvSpPr>
            <p:spPr>
              <a:xfrm>
                <a:off x="666733" y="1466849"/>
                <a:ext cx="1733506" cy="876299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Round Same Side Corner Rectangle 4">
                <a:extLst>
                  <a:ext uri="{FF2B5EF4-FFF2-40B4-BE49-F238E27FC236}">
                    <a16:creationId xmlns:a16="http://schemas.microsoft.com/office/drawing/2014/main" id="{6AF0606A-54CF-05B0-11B0-F59E0A673D72}"/>
                  </a:ext>
                </a:extLst>
              </p:cNvPr>
              <p:cNvSpPr/>
              <p:nvPr/>
            </p:nvSpPr>
            <p:spPr>
              <a:xfrm rot="16200000">
                <a:off x="294624" y="1838958"/>
                <a:ext cx="876299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8" name="Picture 7" descr="image.png">
                <a:extLst>
                  <a:ext uri="{FF2B5EF4-FFF2-40B4-BE49-F238E27FC236}">
                    <a16:creationId xmlns:a16="http://schemas.microsoft.com/office/drawing/2014/main" id="{4CBDA15E-3D1D-8881-C7E4-DB04C19D5D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866753" y="1791942"/>
                <a:ext cx="266693" cy="226115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D8E03B-4F2E-B7C2-AD47-1636FA611FD9}"/>
                  </a:ext>
                </a:extLst>
              </p:cNvPr>
              <p:cNvSpPr txBox="1"/>
              <p:nvPr/>
            </p:nvSpPr>
            <p:spPr>
              <a:xfrm>
                <a:off x="1304892" y="1609724"/>
                <a:ext cx="952476" cy="5905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435" b="1">
                    <a:solidFill>
                      <a:srgbClr val="B30000"/>
                    </a:solidFill>
                  </a:rPr>
                  <a:t>General Model</a:t>
                </a:r>
              </a:p>
            </p:txBody>
          </p:sp>
          <p:sp>
            <p:nvSpPr>
              <p:cNvPr id="10" name="Rounded Rectangle 8">
                <a:extLst>
                  <a:ext uri="{FF2B5EF4-FFF2-40B4-BE49-F238E27FC236}">
                    <a16:creationId xmlns:a16="http://schemas.microsoft.com/office/drawing/2014/main" id="{C8086BAD-F9A6-BF7E-8AFA-A7CB24A66415}"/>
                  </a:ext>
                </a:extLst>
              </p:cNvPr>
              <p:cNvSpPr/>
              <p:nvPr/>
            </p:nvSpPr>
            <p:spPr>
              <a:xfrm>
                <a:off x="666733" y="2486025"/>
                <a:ext cx="1733506" cy="3305174"/>
              </a:xfrm>
              <a:prstGeom prst="roundRect">
                <a:avLst>
                  <a:gd name="adj" fmla="val 8791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524E37-546B-9993-297E-502D0D79F9FC}"/>
                  </a:ext>
                </a:extLst>
              </p:cNvPr>
              <p:cNvSpPr txBox="1"/>
              <p:nvPr/>
            </p:nvSpPr>
            <p:spPr>
              <a:xfrm>
                <a:off x="809604" y="2628900"/>
                <a:ext cx="1447763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196" b="1">
                    <a:solidFill>
                      <a:srgbClr val="B30000"/>
                    </a:solidFill>
                  </a:rPr>
                  <a:t> Architecture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0D73C8-718A-E8F7-EFBF-F6BBF7598CE2}"/>
                  </a:ext>
                </a:extLst>
              </p:cNvPr>
              <p:cNvSpPr txBox="1"/>
              <p:nvPr/>
            </p:nvSpPr>
            <p:spPr>
              <a:xfrm>
                <a:off x="809604" y="2962274"/>
                <a:ext cx="1447763" cy="7239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62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Single model trained on diverse population data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C875DD-2E37-CC82-152D-9F973BE2BF1B}"/>
                  </a:ext>
                </a:extLst>
              </p:cNvPr>
              <p:cNvSpPr txBox="1"/>
              <p:nvPr/>
            </p:nvSpPr>
            <p:spPr>
              <a:xfrm>
                <a:off x="814228" y="3855362"/>
                <a:ext cx="1200119" cy="571501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Group-wise data splitting to prevent leakage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16784A-6739-B20B-DFA7-3CEE12600D0B}"/>
                  </a:ext>
                </a:extLst>
              </p:cNvPr>
              <p:cNvSpPr txBox="1"/>
              <p:nvPr/>
            </p:nvSpPr>
            <p:spPr>
              <a:xfrm>
                <a:off x="814227" y="4522110"/>
                <a:ext cx="1200119" cy="571501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 err="1">
                    <a:solidFill>
                      <a:srgbClr val="333333"/>
                    </a:solidFill>
                  </a:rPr>
                  <a:t>LightGBMClassifier</a:t>
                </a:r>
                <a:r>
                  <a:rPr sz="956" b="0" dirty="0">
                    <a:solidFill>
                      <a:srgbClr val="333333"/>
                    </a:solidFill>
                  </a:rPr>
                  <a:t> with 100 estimators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3CA115-9441-5214-18F6-B0F06DA8E131}"/>
                  </a:ext>
                </a:extLst>
              </p:cNvPr>
              <p:cNvSpPr txBox="1"/>
              <p:nvPr/>
            </p:nvSpPr>
            <p:spPr>
              <a:xfrm>
                <a:off x="866753" y="5038587"/>
                <a:ext cx="1200119" cy="571501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Max depth of 6 for complexity balance</a:t>
                </a:r>
              </a:p>
            </p:txBody>
          </p:sp>
          <p:sp>
            <p:nvSpPr>
              <p:cNvPr id="16" name="Rounded Rectangle 18">
                <a:extLst>
                  <a:ext uri="{FF2B5EF4-FFF2-40B4-BE49-F238E27FC236}">
                    <a16:creationId xmlns:a16="http://schemas.microsoft.com/office/drawing/2014/main" id="{2F6C0757-27B7-4AC7-0A75-6FD5767035D9}"/>
                  </a:ext>
                </a:extLst>
              </p:cNvPr>
              <p:cNvSpPr/>
              <p:nvPr/>
            </p:nvSpPr>
            <p:spPr>
              <a:xfrm>
                <a:off x="666733" y="5934075"/>
                <a:ext cx="1733506" cy="2295525"/>
              </a:xfrm>
              <a:prstGeom prst="roundRect">
                <a:avLst>
                  <a:gd name="adj" fmla="val 8791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489086-BDDB-D315-C336-D08292204201}"/>
                  </a:ext>
                </a:extLst>
              </p:cNvPr>
              <p:cNvSpPr txBox="1"/>
              <p:nvPr/>
            </p:nvSpPr>
            <p:spPr>
              <a:xfrm>
                <a:off x="638792" y="5941371"/>
                <a:ext cx="1447763" cy="238125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 dirty="0">
                    <a:solidFill>
                      <a:srgbClr val="B30000"/>
                    </a:solidFill>
                  </a:rPr>
                  <a:t> </a:t>
                </a:r>
                <a:r>
                  <a:rPr sz="1104" dirty="0"/>
                  <a:t>  </a:t>
                </a:r>
                <a:r>
                  <a:rPr sz="1196" b="1" dirty="0">
                    <a:solidFill>
                      <a:srgbClr val="B30000"/>
                    </a:solidFill>
                  </a:rPr>
                  <a:t> Advantages 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50A9A94-6E42-A5A6-7624-8C9FFD7BB34B}"/>
                  </a:ext>
                </a:extLst>
              </p:cNvPr>
              <p:cNvSpPr txBox="1"/>
              <p:nvPr/>
            </p:nvSpPr>
            <p:spPr>
              <a:xfrm>
                <a:off x="765516" y="6326279"/>
                <a:ext cx="1200119" cy="571501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Simple deployment (one model file)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F7A27F-D0B5-D4AD-F0F2-35E29D513842}"/>
                  </a:ext>
                </a:extLst>
              </p:cNvPr>
              <p:cNvSpPr txBox="1"/>
              <p:nvPr/>
            </p:nvSpPr>
            <p:spPr>
              <a:xfrm>
                <a:off x="789290" y="7040655"/>
                <a:ext cx="1200119" cy="3810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Immediate "cold start" capability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197CF2-0D44-CFD8-6F0D-8668251AEAC3}"/>
                  </a:ext>
                </a:extLst>
              </p:cNvPr>
              <p:cNvSpPr txBox="1"/>
              <p:nvPr/>
            </p:nvSpPr>
            <p:spPr>
              <a:xfrm>
                <a:off x="765516" y="7497855"/>
                <a:ext cx="1200119" cy="571501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Works for any user without calibration</a:t>
                </a:r>
              </a:p>
            </p:txBody>
          </p:sp>
          <p:sp>
            <p:nvSpPr>
              <p:cNvPr id="21" name="Rounded Rectangle 27">
                <a:extLst>
                  <a:ext uri="{FF2B5EF4-FFF2-40B4-BE49-F238E27FC236}">
                    <a16:creationId xmlns:a16="http://schemas.microsoft.com/office/drawing/2014/main" id="{B960A58F-FD43-DEBD-4C9F-8B8CF881F48B}"/>
                  </a:ext>
                </a:extLst>
              </p:cNvPr>
              <p:cNvSpPr/>
              <p:nvPr/>
            </p:nvSpPr>
            <p:spPr>
              <a:xfrm>
                <a:off x="666733" y="8372475"/>
                <a:ext cx="1733506" cy="1647825"/>
              </a:xfrm>
              <a:prstGeom prst="roundRect">
                <a:avLst>
                  <a:gd name="adj" fmla="val 9248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DDD362-308D-76FD-81CE-B62309D485A4}"/>
                  </a:ext>
                </a:extLst>
              </p:cNvPr>
              <p:cNvSpPr txBox="1"/>
              <p:nvPr/>
            </p:nvSpPr>
            <p:spPr>
              <a:xfrm>
                <a:off x="662604" y="8395447"/>
                <a:ext cx="1447763" cy="238125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 dirty="0">
                    <a:solidFill>
                      <a:srgbClr val="B30000"/>
                    </a:solidFill>
                  </a:rPr>
                  <a:t> </a:t>
                </a:r>
                <a:r>
                  <a:rPr sz="1104" dirty="0"/>
                  <a:t>  </a:t>
                </a:r>
                <a:r>
                  <a:rPr sz="1196" b="1" dirty="0">
                    <a:solidFill>
                      <a:srgbClr val="B30000"/>
                    </a:solidFill>
                  </a:rPr>
                  <a:t> Limitations 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7304B79-8564-4358-7F21-463AABBBFC45}"/>
                  </a:ext>
                </a:extLst>
              </p:cNvPr>
              <p:cNvSpPr txBox="1"/>
              <p:nvPr/>
            </p:nvSpPr>
            <p:spPr>
              <a:xfrm>
                <a:off x="801059" y="8817922"/>
                <a:ext cx="1200119" cy="571501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Lower accuracy for unique movement patterns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2A1CB3E-0B89-523A-5510-3DCA580DC042}"/>
                  </a:ext>
                </a:extLst>
              </p:cNvPr>
              <p:cNvSpPr txBox="1"/>
              <p:nvPr/>
            </p:nvSpPr>
            <p:spPr>
              <a:xfrm>
                <a:off x="814226" y="9530134"/>
                <a:ext cx="1200119" cy="3810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Performance: </a:t>
                </a:r>
                <a:r>
                  <a:rPr sz="956" b="1" dirty="0">
                    <a:solidFill>
                      <a:srgbClr val="B30000"/>
                    </a:solidFill>
                  </a:rPr>
                  <a:t>83.9%</a:t>
                </a:r>
                <a:r>
                  <a:rPr sz="956" b="0" dirty="0">
                    <a:solidFill>
                      <a:srgbClr val="333333"/>
                    </a:solidFill>
                  </a:rPr>
                  <a:t> accuracy</a:t>
                </a:r>
              </a:p>
            </p:txBody>
          </p:sp>
          <p:sp>
            <p:nvSpPr>
              <p:cNvPr id="25" name="Rounded Rectangle 34">
                <a:extLst>
                  <a:ext uri="{FF2B5EF4-FFF2-40B4-BE49-F238E27FC236}">
                    <a16:creationId xmlns:a16="http://schemas.microsoft.com/office/drawing/2014/main" id="{E85D5633-2F86-7D39-19D1-31B7F8A11B1D}"/>
                  </a:ext>
                </a:extLst>
              </p:cNvPr>
              <p:cNvSpPr/>
              <p:nvPr/>
            </p:nvSpPr>
            <p:spPr>
              <a:xfrm>
                <a:off x="2590735" y="1466849"/>
                <a:ext cx="2238319" cy="876299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Round Same Side Corner Rectangle 35">
                <a:extLst>
                  <a:ext uri="{FF2B5EF4-FFF2-40B4-BE49-F238E27FC236}">
                    <a16:creationId xmlns:a16="http://schemas.microsoft.com/office/drawing/2014/main" id="{98765934-D6C8-049A-5321-B7BFF5B3DEB9}"/>
                  </a:ext>
                </a:extLst>
              </p:cNvPr>
              <p:cNvSpPr/>
              <p:nvPr/>
            </p:nvSpPr>
            <p:spPr>
              <a:xfrm rot="16200000">
                <a:off x="2218626" y="1838958"/>
                <a:ext cx="876299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27" name="Picture 26" descr="image.png">
                <a:extLst>
                  <a:ext uri="{FF2B5EF4-FFF2-40B4-BE49-F238E27FC236}">
                    <a16:creationId xmlns:a16="http://schemas.microsoft.com/office/drawing/2014/main" id="{44624CCB-CFBF-E2F5-F973-958000BF5F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809804" y="1809335"/>
                <a:ext cx="266693" cy="191328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AB22EE7-C5F0-80B9-629A-6532A6A78C93}"/>
                  </a:ext>
                </a:extLst>
              </p:cNvPr>
              <p:cNvSpPr txBox="1"/>
              <p:nvPr/>
            </p:nvSpPr>
            <p:spPr>
              <a:xfrm>
                <a:off x="3257468" y="1609724"/>
                <a:ext cx="1428714" cy="5905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435" b="1">
                    <a:solidFill>
                      <a:srgbClr val="B30000"/>
                    </a:solidFill>
                  </a:rPr>
                  <a:t>Personalized Model</a:t>
                </a:r>
              </a:p>
            </p:txBody>
          </p:sp>
          <p:sp>
            <p:nvSpPr>
              <p:cNvPr id="29" name="Rounded Rectangle 39">
                <a:extLst>
                  <a:ext uri="{FF2B5EF4-FFF2-40B4-BE49-F238E27FC236}">
                    <a16:creationId xmlns:a16="http://schemas.microsoft.com/office/drawing/2014/main" id="{462C55E8-20EB-E3A1-0603-C4AFCFC6F7D3}"/>
                  </a:ext>
                </a:extLst>
              </p:cNvPr>
              <p:cNvSpPr/>
              <p:nvPr/>
            </p:nvSpPr>
            <p:spPr>
              <a:xfrm>
                <a:off x="2590735" y="2486025"/>
                <a:ext cx="2238319" cy="2952750"/>
              </a:xfrm>
              <a:prstGeom prst="roundRect">
                <a:avLst>
                  <a:gd name="adj" fmla="val 6808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A5451B8-270F-E8D2-6F32-6D98F6B4803D}"/>
                  </a:ext>
                </a:extLst>
              </p:cNvPr>
              <p:cNvSpPr txBox="1"/>
              <p:nvPr/>
            </p:nvSpPr>
            <p:spPr>
              <a:xfrm>
                <a:off x="2733606" y="2628900"/>
                <a:ext cx="1952576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196" b="1">
                    <a:solidFill>
                      <a:srgbClr val="B30000"/>
                    </a:solidFill>
                  </a:rPr>
                  <a:t> Architecture </a:t>
                </a:r>
              </a:p>
            </p:txBody>
          </p:sp>
          <p:pic>
            <p:nvPicPr>
              <p:cNvPr id="31" name="Picture 30" descr="image.png">
                <a:extLst>
                  <a:ext uri="{FF2B5EF4-FFF2-40B4-BE49-F238E27FC236}">
                    <a16:creationId xmlns:a16="http://schemas.microsoft.com/office/drawing/2014/main" id="{1F749A81-71C8-BEDC-7D5D-8990734D5E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33606" y="2667560"/>
                <a:ext cx="190495" cy="151279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E9071BF-137B-D57B-8B9F-6D5835F592BD}"/>
                  </a:ext>
                </a:extLst>
              </p:cNvPr>
              <p:cNvSpPr txBox="1"/>
              <p:nvPr/>
            </p:nvSpPr>
            <p:spPr>
              <a:xfrm>
                <a:off x="2733606" y="2962274"/>
                <a:ext cx="1952576" cy="4762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62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 dirty="0">
                    <a:solidFill>
                      <a:srgbClr val="333333"/>
                    </a:solidFill>
                  </a:rPr>
                  <a:t>Individual models for each user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50BE39-A5F3-57F8-6195-3A401DA2E883}"/>
                  </a:ext>
                </a:extLst>
              </p:cNvPr>
              <p:cNvSpPr txBox="1"/>
              <p:nvPr/>
            </p:nvSpPr>
            <p:spPr>
              <a:xfrm>
                <a:off x="2752656" y="3567847"/>
                <a:ext cx="1704932" cy="3810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Personal 80/20 train-test split per user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ACBEE7-D5FC-0D06-074B-63B8B79BE606}"/>
                  </a:ext>
                </a:extLst>
              </p:cNvPr>
              <p:cNvSpPr txBox="1"/>
              <p:nvPr/>
            </p:nvSpPr>
            <p:spPr>
              <a:xfrm>
                <a:off x="2766942" y="4098005"/>
                <a:ext cx="1895428" cy="654281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Lighter </a:t>
                </a:r>
                <a:r>
                  <a:rPr sz="956" b="0" dirty="0" err="1">
                    <a:solidFill>
                      <a:srgbClr val="333333"/>
                    </a:solidFill>
                  </a:rPr>
                  <a:t>LightGBM</a:t>
                </a:r>
                <a:r>
                  <a:rPr sz="956" b="0" dirty="0">
                    <a:solidFill>
                      <a:srgbClr val="333333"/>
                    </a:solidFill>
                  </a:rPr>
                  <a:t> (50 estimators, depth 4)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6EE9F91-65D8-5DF4-BE52-CF92EDD5151E}"/>
                  </a:ext>
                </a:extLst>
              </p:cNvPr>
              <p:cNvSpPr txBox="1"/>
              <p:nvPr/>
            </p:nvSpPr>
            <p:spPr>
              <a:xfrm>
                <a:off x="2790754" y="4837563"/>
                <a:ext cx="1704932" cy="3810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Captures unique movement patterns</a:t>
                </a:r>
              </a:p>
            </p:txBody>
          </p:sp>
          <p:sp>
            <p:nvSpPr>
              <p:cNvPr id="36" name="Rounded Rectangle 49">
                <a:extLst>
                  <a:ext uri="{FF2B5EF4-FFF2-40B4-BE49-F238E27FC236}">
                    <a16:creationId xmlns:a16="http://schemas.microsoft.com/office/drawing/2014/main" id="{15B9B504-BA72-8C59-DBD9-5DB4E93968C6}"/>
                  </a:ext>
                </a:extLst>
              </p:cNvPr>
              <p:cNvSpPr/>
              <p:nvPr/>
            </p:nvSpPr>
            <p:spPr>
              <a:xfrm>
                <a:off x="2590735" y="5581649"/>
                <a:ext cx="2238319" cy="2371725"/>
              </a:xfrm>
              <a:prstGeom prst="roundRect">
                <a:avLst>
                  <a:gd name="adj" fmla="val 6808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D2F3D85-A4DD-A5D4-969F-1E2E2184706A}"/>
                  </a:ext>
                </a:extLst>
              </p:cNvPr>
              <p:cNvSpPr txBox="1"/>
              <p:nvPr/>
            </p:nvSpPr>
            <p:spPr>
              <a:xfrm>
                <a:off x="2672329" y="5913115"/>
                <a:ext cx="1952576" cy="238125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 dirty="0">
                    <a:solidFill>
                      <a:srgbClr val="B30000"/>
                    </a:solidFill>
                  </a:rPr>
                  <a:t> </a:t>
                </a:r>
                <a:r>
                  <a:rPr sz="1104" dirty="0"/>
                  <a:t>  </a:t>
                </a:r>
                <a:r>
                  <a:rPr sz="1196" b="1" dirty="0">
                    <a:solidFill>
                      <a:srgbClr val="B30000"/>
                    </a:solidFill>
                  </a:rPr>
                  <a:t> Advantages 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3E9D46B-16B3-1999-4476-7070F16437FF}"/>
                  </a:ext>
                </a:extLst>
              </p:cNvPr>
              <p:cNvSpPr txBox="1"/>
              <p:nvPr/>
            </p:nvSpPr>
            <p:spPr>
              <a:xfrm>
                <a:off x="2790754" y="6302212"/>
                <a:ext cx="1704932" cy="3810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Higher accuracy across all activity classes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CDB90E3-91A6-B761-1B48-7863DFD41B2F}"/>
                  </a:ext>
                </a:extLst>
              </p:cNvPr>
              <p:cNvSpPr txBox="1"/>
              <p:nvPr/>
            </p:nvSpPr>
            <p:spPr>
              <a:xfrm>
                <a:off x="2809804" y="6834184"/>
                <a:ext cx="1704932" cy="3810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Reduced computational requirements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45B6855-EF86-9283-3652-7BD01EAA43A5}"/>
                  </a:ext>
                </a:extLst>
              </p:cNvPr>
              <p:cNvSpPr txBox="1"/>
              <p:nvPr/>
            </p:nvSpPr>
            <p:spPr>
              <a:xfrm>
                <a:off x="2809804" y="7238721"/>
                <a:ext cx="1704932" cy="3810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Performance: </a:t>
                </a:r>
                <a:r>
                  <a:rPr sz="956" b="1" dirty="0">
                    <a:solidFill>
                      <a:srgbClr val="B30000"/>
                    </a:solidFill>
                  </a:rPr>
                  <a:t>90.8%</a:t>
                </a:r>
                <a:r>
                  <a:rPr sz="956" b="0" dirty="0">
                    <a:solidFill>
                      <a:srgbClr val="333333"/>
                    </a:solidFill>
                  </a:rPr>
                  <a:t> accuracy</a:t>
                </a:r>
              </a:p>
            </p:txBody>
          </p:sp>
          <p:sp>
            <p:nvSpPr>
              <p:cNvPr id="41" name="Rounded Rectangle 58">
                <a:extLst>
                  <a:ext uri="{FF2B5EF4-FFF2-40B4-BE49-F238E27FC236}">
                    <a16:creationId xmlns:a16="http://schemas.microsoft.com/office/drawing/2014/main" id="{7BB90338-2C37-EDD8-6121-98C0D5FCB651}"/>
                  </a:ext>
                </a:extLst>
              </p:cNvPr>
              <p:cNvSpPr/>
              <p:nvPr/>
            </p:nvSpPr>
            <p:spPr>
              <a:xfrm>
                <a:off x="2590735" y="8096249"/>
                <a:ext cx="2238319" cy="1914525"/>
              </a:xfrm>
              <a:prstGeom prst="roundRect">
                <a:avLst>
                  <a:gd name="adj" fmla="val 7960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602C536-514C-3C7D-94E4-D033B5A0FB53}"/>
                  </a:ext>
                </a:extLst>
              </p:cNvPr>
              <p:cNvSpPr txBox="1"/>
              <p:nvPr/>
            </p:nvSpPr>
            <p:spPr>
              <a:xfrm>
                <a:off x="2733606" y="8359612"/>
                <a:ext cx="1952576" cy="238125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 dirty="0">
                    <a:solidFill>
                      <a:srgbClr val="B30000"/>
                    </a:solidFill>
                  </a:rPr>
                  <a:t> </a:t>
                </a:r>
                <a:r>
                  <a:rPr sz="1104" dirty="0"/>
                  <a:t>  </a:t>
                </a:r>
                <a:r>
                  <a:rPr sz="1196" b="1" dirty="0">
                    <a:solidFill>
                      <a:srgbClr val="B30000"/>
                    </a:solidFill>
                  </a:rPr>
                  <a:t> Limitations 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6AC2AD9-BC4B-91AF-74E8-10A9FADD9F78}"/>
                  </a:ext>
                </a:extLst>
              </p:cNvPr>
              <p:cNvSpPr txBox="1"/>
              <p:nvPr/>
            </p:nvSpPr>
            <p:spPr>
              <a:xfrm>
                <a:off x="2888890" y="8707520"/>
                <a:ext cx="1704932" cy="3810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Complex deployment (N models)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972082E-E6B4-EE17-2D92-47B411309A33}"/>
                  </a:ext>
                </a:extLst>
              </p:cNvPr>
              <p:cNvSpPr txBox="1"/>
              <p:nvPr/>
            </p:nvSpPr>
            <p:spPr>
              <a:xfrm>
                <a:off x="2891571" y="9257179"/>
                <a:ext cx="1704932" cy="3810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333333"/>
                    </a:solidFill>
                  </a:rPr>
                  <a:t>Requires calibration period for new users</a:t>
                </a:r>
              </a:p>
            </p:txBody>
          </p:sp>
          <p:sp>
            <p:nvSpPr>
              <p:cNvPr id="45" name="Rounded Rectangle 65">
                <a:extLst>
                  <a:ext uri="{FF2B5EF4-FFF2-40B4-BE49-F238E27FC236}">
                    <a16:creationId xmlns:a16="http://schemas.microsoft.com/office/drawing/2014/main" id="{7F6D7C68-BCE6-352A-A1DB-235C261BD663}"/>
                  </a:ext>
                </a:extLst>
              </p:cNvPr>
              <p:cNvSpPr/>
              <p:nvPr/>
            </p:nvSpPr>
            <p:spPr>
              <a:xfrm>
                <a:off x="5114797" y="1514475"/>
                <a:ext cx="2790755" cy="8505825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Round Same Side Corner Rectangle 66">
                <a:extLst>
                  <a:ext uri="{FF2B5EF4-FFF2-40B4-BE49-F238E27FC236}">
                    <a16:creationId xmlns:a16="http://schemas.microsoft.com/office/drawing/2014/main" id="{E2D85181-95FA-D131-5EC5-3BEC557A7829}"/>
                  </a:ext>
                </a:extLst>
              </p:cNvPr>
              <p:cNvSpPr/>
              <p:nvPr/>
            </p:nvSpPr>
            <p:spPr>
              <a:xfrm rot="16200000">
                <a:off x="927925" y="5701347"/>
                <a:ext cx="8505824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039BAC5-4606-A336-B856-2A14668CFB78}"/>
                  </a:ext>
                </a:extLst>
              </p:cNvPr>
              <p:cNvSpPr txBox="1"/>
              <p:nvPr/>
            </p:nvSpPr>
            <p:spPr>
              <a:xfrm>
                <a:off x="5295767" y="1657350"/>
                <a:ext cx="2466913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196" b="1">
                    <a:solidFill>
                      <a:srgbClr val="B30000"/>
                    </a:solidFill>
                  </a:rPr>
                  <a:t> Hybrid Approach </a:t>
                </a:r>
              </a:p>
            </p:txBody>
          </p:sp>
          <p:pic>
            <p:nvPicPr>
              <p:cNvPr id="48" name="Picture 47" descr="image.png">
                <a:extLst>
                  <a:ext uri="{FF2B5EF4-FFF2-40B4-BE49-F238E27FC236}">
                    <a16:creationId xmlns:a16="http://schemas.microsoft.com/office/drawing/2014/main" id="{FBA64E36-EFD3-176B-DDFF-ECE9A55F0D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295767" y="1700212"/>
                <a:ext cx="228594" cy="142875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A0EA6EE-6A1B-83A9-9E11-455CA6A5B5B1}"/>
                  </a:ext>
                </a:extLst>
              </p:cNvPr>
              <p:cNvSpPr txBox="1"/>
              <p:nvPr/>
            </p:nvSpPr>
            <p:spPr>
              <a:xfrm>
                <a:off x="5295767" y="2066924"/>
                <a:ext cx="81912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Phase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AEF2E12-19D4-43B2-CBAD-E1F6412D2492}"/>
                  </a:ext>
                </a:extLst>
              </p:cNvPr>
              <p:cNvSpPr txBox="1"/>
              <p:nvPr/>
            </p:nvSpPr>
            <p:spPr>
              <a:xfrm>
                <a:off x="6114897" y="2066924"/>
                <a:ext cx="81912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Model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9F1606E-320B-D42A-6347-08058138A01A}"/>
                  </a:ext>
                </a:extLst>
              </p:cNvPr>
              <p:cNvSpPr txBox="1"/>
              <p:nvPr/>
            </p:nvSpPr>
            <p:spPr>
              <a:xfrm>
                <a:off x="6943551" y="2066924"/>
                <a:ext cx="81912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Purpose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AC731CB-CE30-551E-6EAA-F8D7BFD45704}"/>
                  </a:ext>
                </a:extLst>
              </p:cNvPr>
              <p:cNvSpPr txBox="1"/>
              <p:nvPr/>
            </p:nvSpPr>
            <p:spPr>
              <a:xfrm>
                <a:off x="5295767" y="2524125"/>
                <a:ext cx="771505" cy="10953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Day 1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5DD0C1A-592A-C97A-9EF1-657FB79E6746}"/>
                  </a:ext>
                </a:extLst>
              </p:cNvPr>
              <p:cNvSpPr txBox="1"/>
              <p:nvPr/>
            </p:nvSpPr>
            <p:spPr>
              <a:xfrm>
                <a:off x="6067273" y="2524125"/>
                <a:ext cx="771505" cy="1095374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General Model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9156B65-2A7A-4444-4084-324735BF6DA7}"/>
                  </a:ext>
                </a:extLst>
              </p:cNvPr>
              <p:cNvSpPr txBox="1"/>
              <p:nvPr/>
            </p:nvSpPr>
            <p:spPr>
              <a:xfrm>
                <a:off x="6838779" y="2524125"/>
                <a:ext cx="933426" cy="1095374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Immediate "cold start" with 83.9% accuracy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AC0B22-FA95-22E7-1B17-1DC4B61C338C}"/>
                  </a:ext>
                </a:extLst>
              </p:cNvPr>
              <p:cNvSpPr txBox="1"/>
              <p:nvPr/>
            </p:nvSpPr>
            <p:spPr>
              <a:xfrm>
                <a:off x="5295767" y="3857625"/>
                <a:ext cx="752456" cy="1095374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Days 1-2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4ABFC92-E616-59F4-2449-C2371CED69F9}"/>
                  </a:ext>
                </a:extLst>
              </p:cNvPr>
              <p:cNvSpPr txBox="1"/>
              <p:nvPr/>
            </p:nvSpPr>
            <p:spPr>
              <a:xfrm>
                <a:off x="6048223" y="3857625"/>
                <a:ext cx="876278" cy="1095374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Data Collection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6580CEF-9C45-02E2-F174-BD60A70B9DFA}"/>
                  </a:ext>
                </a:extLst>
              </p:cNvPr>
              <p:cNvSpPr txBox="1"/>
              <p:nvPr/>
            </p:nvSpPr>
            <p:spPr>
              <a:xfrm>
                <a:off x="6924501" y="3857625"/>
                <a:ext cx="838179" cy="1095374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Passive gathering of user-specific data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9353DAF-554C-6B12-CAC7-6B04CA6D21BA}"/>
                  </a:ext>
                </a:extLst>
              </p:cNvPr>
              <p:cNvSpPr txBox="1"/>
              <p:nvPr/>
            </p:nvSpPr>
            <p:spPr>
              <a:xfrm>
                <a:off x="5295767" y="5191125"/>
                <a:ext cx="428614" cy="1095374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Day 3+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DBA3985-8383-3A43-31D5-6CD3E195C311}"/>
                  </a:ext>
                </a:extLst>
              </p:cNvPr>
              <p:cNvSpPr txBox="1"/>
              <p:nvPr/>
            </p:nvSpPr>
            <p:spPr>
              <a:xfrm>
                <a:off x="5714857" y="5191125"/>
                <a:ext cx="1066773" cy="1095374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Personalized Model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6B0730A-6718-83D1-94A4-D256253D25DD}"/>
                  </a:ext>
                </a:extLst>
              </p:cNvPr>
              <p:cNvSpPr txBox="1"/>
              <p:nvPr/>
            </p:nvSpPr>
            <p:spPr>
              <a:xfrm>
                <a:off x="6791155" y="5191125"/>
                <a:ext cx="971525" cy="1095374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Hyper-accurate recognition with 90.8% accuracy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D99B39D-EDD7-07B8-8FD5-87F392C5C15F}"/>
                </a:ext>
              </a:extLst>
            </p:cNvPr>
            <p:cNvSpPr/>
            <p:nvPr/>
          </p:nvSpPr>
          <p:spPr>
            <a:xfrm>
              <a:off x="8191295" y="2205246"/>
              <a:ext cx="3333666" cy="2409226"/>
            </a:xfrm>
            <a:prstGeom prst="rect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61" name="Rounded Rectangle 65">
            <a:extLst>
              <a:ext uri="{FF2B5EF4-FFF2-40B4-BE49-F238E27FC236}">
                <a16:creationId xmlns:a16="http://schemas.microsoft.com/office/drawing/2014/main" id="{76E69119-2350-18C2-AB35-ADEE81D0919D}"/>
              </a:ext>
            </a:extLst>
          </p:cNvPr>
          <p:cNvSpPr/>
          <p:nvPr/>
        </p:nvSpPr>
        <p:spPr>
          <a:xfrm>
            <a:off x="614105" y="1345793"/>
            <a:ext cx="4124223" cy="5264885"/>
          </a:xfrm>
          <a:prstGeom prst="roundRect">
            <a:avLst>
              <a:gd name="adj" fmla="val 0"/>
            </a:avLst>
          </a:prstGeom>
          <a:solidFill>
            <a:srgbClr val="B300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73505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7266F84-AA3C-3F59-9BE4-3949327D86ED}"/>
              </a:ext>
            </a:extLst>
          </p:cNvPr>
          <p:cNvGrpSpPr/>
          <p:nvPr/>
        </p:nvGrpSpPr>
        <p:grpSpPr>
          <a:xfrm>
            <a:off x="666733" y="666254"/>
            <a:ext cx="10935393" cy="5898374"/>
            <a:chOff x="666733" y="666254"/>
            <a:chExt cx="10935393" cy="589837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A6D36C5-6FF6-D373-BC4F-E4C9DF997A8D}"/>
                </a:ext>
              </a:extLst>
            </p:cNvPr>
            <p:cNvSpPr txBox="1"/>
            <p:nvPr/>
          </p:nvSpPr>
          <p:spPr>
            <a:xfrm>
              <a:off x="743898" y="666254"/>
              <a:ext cx="10858228" cy="4762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2392" b="1" dirty="0">
                  <a:solidFill>
                    <a:srgbClr val="B30000"/>
                  </a:solidFill>
                </a:rPr>
                <a:t>Results and Performance Comparison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AF3034D-FEE7-BE56-3EFD-5636CEEBCAAB}"/>
                </a:ext>
              </a:extLst>
            </p:cNvPr>
            <p:cNvSpPr/>
            <p:nvPr/>
          </p:nvSpPr>
          <p:spPr>
            <a:xfrm>
              <a:off x="666733" y="1466849"/>
              <a:ext cx="3495587" cy="1523999"/>
            </a:xfrm>
            <a:prstGeom prst="roundRect">
              <a:avLst>
                <a:gd name="adj" fmla="val 0"/>
              </a:avLst>
            </a:prstGeom>
            <a:solidFill>
              <a:srgbClr val="B30000">
                <a:alpha val="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 Same Side Corner Rectangle 4">
              <a:extLst>
                <a:ext uri="{FF2B5EF4-FFF2-40B4-BE49-F238E27FC236}">
                  <a16:creationId xmlns:a16="http://schemas.microsoft.com/office/drawing/2014/main" id="{636EE235-FB88-A066-81EC-E51A71E6C5CA}"/>
                </a:ext>
              </a:extLst>
            </p:cNvPr>
            <p:cNvSpPr/>
            <p:nvPr/>
          </p:nvSpPr>
          <p:spPr>
            <a:xfrm rot="16200000">
              <a:off x="-29226" y="2162808"/>
              <a:ext cx="1523999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3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1E0D90-6FD3-14C6-099D-8E2F260E1A35}"/>
                </a:ext>
              </a:extLst>
            </p:cNvPr>
            <p:cNvSpPr txBox="1"/>
            <p:nvPr/>
          </p:nvSpPr>
          <p:spPr>
            <a:xfrm>
              <a:off x="2114497" y="1657350"/>
              <a:ext cx="628634" cy="571500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650"/>
                </a:spcAft>
              </a:pPr>
              <a:r>
                <a:rPr sz="2870" b="1">
                  <a:solidFill>
                    <a:srgbClr val="B30000"/>
                  </a:solidFill>
                </a:rPr>
                <a:t>7%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A0E26F-97F4-F9FD-30C8-EA30DBC81215}"/>
                </a:ext>
              </a:extLst>
            </p:cNvPr>
            <p:cNvSpPr txBox="1"/>
            <p:nvPr/>
          </p:nvSpPr>
          <p:spPr>
            <a:xfrm>
              <a:off x="1485862" y="2324100"/>
              <a:ext cx="1885902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333333"/>
                  </a:solidFill>
                </a:rPr>
                <a:t>Accuracy Improvement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4EB8F4-C7BF-5D17-C492-98E7A709B86F}"/>
                </a:ext>
              </a:extLst>
            </p:cNvPr>
            <p:cNvSpPr txBox="1"/>
            <p:nvPr/>
          </p:nvSpPr>
          <p:spPr>
            <a:xfrm>
              <a:off x="1657308" y="2609850"/>
              <a:ext cx="1543011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325"/>
                </a:spcBef>
                <a:spcAft>
                  <a:spcPts val="0"/>
                </a:spcAft>
              </a:pPr>
              <a:r>
                <a:rPr sz="956" b="0">
                  <a:solidFill>
                    <a:srgbClr val="666666"/>
                  </a:solidFill>
                </a:rPr>
                <a:t>Personalized vs. General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40511AF-2578-3071-3E88-9BB9C29CEB48}"/>
                </a:ext>
              </a:extLst>
            </p:cNvPr>
            <p:cNvSpPr/>
            <p:nvPr/>
          </p:nvSpPr>
          <p:spPr>
            <a:xfrm>
              <a:off x="4352816" y="1466849"/>
              <a:ext cx="3495587" cy="1523999"/>
            </a:xfrm>
            <a:prstGeom prst="roundRect">
              <a:avLst>
                <a:gd name="adj" fmla="val 0"/>
              </a:avLst>
            </a:prstGeom>
            <a:solidFill>
              <a:srgbClr val="B30000">
                <a:alpha val="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>
              <a:extLst>
                <a:ext uri="{FF2B5EF4-FFF2-40B4-BE49-F238E27FC236}">
                  <a16:creationId xmlns:a16="http://schemas.microsoft.com/office/drawing/2014/main" id="{DD6ED484-D51D-0989-35FC-9817175235BB}"/>
                </a:ext>
              </a:extLst>
            </p:cNvPr>
            <p:cNvSpPr/>
            <p:nvPr/>
          </p:nvSpPr>
          <p:spPr>
            <a:xfrm rot="16200000">
              <a:off x="3656857" y="2162808"/>
              <a:ext cx="1523999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3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92219A-342F-0960-26E6-6D66C912FCD9}"/>
                </a:ext>
              </a:extLst>
            </p:cNvPr>
            <p:cNvSpPr txBox="1"/>
            <p:nvPr/>
          </p:nvSpPr>
          <p:spPr>
            <a:xfrm>
              <a:off x="5676758" y="1657350"/>
              <a:ext cx="876278" cy="571500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650"/>
                </a:spcAft>
              </a:pPr>
              <a:r>
                <a:rPr sz="2870" b="1">
                  <a:solidFill>
                    <a:srgbClr val="B30000"/>
                  </a:solidFill>
                </a:rPr>
                <a:t>60%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FAA961-54EC-A271-E14B-72FB12491FC3}"/>
                </a:ext>
              </a:extLst>
            </p:cNvPr>
            <p:cNvSpPr txBox="1"/>
            <p:nvPr/>
          </p:nvSpPr>
          <p:spPr>
            <a:xfrm>
              <a:off x="5229094" y="2324100"/>
              <a:ext cx="1771605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333333"/>
                  </a:solidFill>
                </a:rPr>
                <a:t>Battery Life Extension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B1BC416-AAC3-335E-33B8-56A447670CDE}"/>
                </a:ext>
              </a:extLst>
            </p:cNvPr>
            <p:cNvSpPr txBox="1"/>
            <p:nvPr/>
          </p:nvSpPr>
          <p:spPr>
            <a:xfrm>
              <a:off x="5229094" y="2609850"/>
              <a:ext cx="1771605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325"/>
                </a:spcBef>
                <a:spcAft>
                  <a:spcPts val="0"/>
                </a:spcAft>
              </a:pPr>
              <a:r>
                <a:rPr sz="956" b="0">
                  <a:solidFill>
                    <a:srgbClr val="666666"/>
                  </a:solidFill>
                </a:rPr>
                <a:t>Through Adaptive Sampling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114B787-ADAF-FAE2-F231-FD1C38F8B242}"/>
                </a:ext>
              </a:extLst>
            </p:cNvPr>
            <p:cNvSpPr/>
            <p:nvPr/>
          </p:nvSpPr>
          <p:spPr>
            <a:xfrm>
              <a:off x="8029374" y="1466849"/>
              <a:ext cx="3495587" cy="1523999"/>
            </a:xfrm>
            <a:prstGeom prst="roundRect">
              <a:avLst>
                <a:gd name="adj" fmla="val 0"/>
              </a:avLst>
            </a:prstGeom>
            <a:solidFill>
              <a:srgbClr val="B30000">
                <a:alpha val="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 Same Side Corner Rectangle 14">
              <a:extLst>
                <a:ext uri="{FF2B5EF4-FFF2-40B4-BE49-F238E27FC236}">
                  <a16:creationId xmlns:a16="http://schemas.microsoft.com/office/drawing/2014/main" id="{C21D33EE-71B8-42EA-EC6D-E5B920BEBEC4}"/>
                </a:ext>
              </a:extLst>
            </p:cNvPr>
            <p:cNvSpPr/>
            <p:nvPr/>
          </p:nvSpPr>
          <p:spPr>
            <a:xfrm rot="16200000">
              <a:off x="7333415" y="2162808"/>
              <a:ext cx="1523999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3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818B8F-89DA-3040-E286-3ED5B4568995}"/>
                </a:ext>
              </a:extLst>
            </p:cNvPr>
            <p:cNvSpPr txBox="1"/>
            <p:nvPr/>
          </p:nvSpPr>
          <p:spPr>
            <a:xfrm>
              <a:off x="9172345" y="1657350"/>
              <a:ext cx="1257268" cy="571500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650"/>
                </a:spcAft>
              </a:pPr>
              <a:r>
                <a:rPr sz="2870" b="1">
                  <a:solidFill>
                    <a:srgbClr val="B30000"/>
                  </a:solidFill>
                </a:rPr>
                <a:t>90.8%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FFDF257-7729-2BF0-9ACD-731E3D429C66}"/>
                </a:ext>
              </a:extLst>
            </p:cNvPr>
            <p:cNvSpPr txBox="1"/>
            <p:nvPr/>
          </p:nvSpPr>
          <p:spPr>
            <a:xfrm>
              <a:off x="8619909" y="2324100"/>
              <a:ext cx="236214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333333"/>
                  </a:solidFill>
                </a:rPr>
                <a:t>Personalized Model Accuracy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506C1F-81DB-4774-398C-8B1DD09AAB6F}"/>
                </a:ext>
              </a:extLst>
            </p:cNvPr>
            <p:cNvSpPr txBox="1"/>
            <p:nvPr/>
          </p:nvSpPr>
          <p:spPr>
            <a:xfrm>
              <a:off x="9134246" y="2609850"/>
              <a:ext cx="1333466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325"/>
                </a:spcBef>
                <a:spcAft>
                  <a:spcPts val="0"/>
                </a:spcAft>
              </a:pPr>
              <a:r>
                <a:rPr sz="956" b="0">
                  <a:solidFill>
                    <a:srgbClr val="666666"/>
                  </a:solidFill>
                </a:rPr>
                <a:t>Average Across Users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C8AA1D-B46B-118D-2746-BBCEC6B06E5B}"/>
                </a:ext>
              </a:extLst>
            </p:cNvPr>
            <p:cNvGrpSpPr/>
            <p:nvPr/>
          </p:nvGrpSpPr>
          <p:grpSpPr>
            <a:xfrm>
              <a:off x="666733" y="3181350"/>
              <a:ext cx="10858228" cy="3383278"/>
              <a:chOff x="666733" y="3181350"/>
              <a:chExt cx="10858228" cy="4381500"/>
            </a:xfrm>
          </p:grpSpPr>
          <p:sp>
            <p:nvSpPr>
              <p:cNvPr id="20" name="Rounded Rectangle 18">
                <a:extLst>
                  <a:ext uri="{FF2B5EF4-FFF2-40B4-BE49-F238E27FC236}">
                    <a16:creationId xmlns:a16="http://schemas.microsoft.com/office/drawing/2014/main" id="{76DDABDC-880A-CD8A-A5FE-BB885797DA30}"/>
                  </a:ext>
                </a:extLst>
              </p:cNvPr>
              <p:cNvSpPr/>
              <p:nvPr/>
            </p:nvSpPr>
            <p:spPr>
              <a:xfrm>
                <a:off x="666733" y="3181350"/>
                <a:ext cx="6324441" cy="2819399"/>
              </a:xfrm>
              <a:prstGeom prst="roundRect">
                <a:avLst>
                  <a:gd name="adj" fmla="val 5405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24D6124-BF9D-36B9-1464-C541DD4610A0}"/>
                  </a:ext>
                </a:extLst>
              </p:cNvPr>
              <p:cNvSpPr txBox="1"/>
              <p:nvPr/>
            </p:nvSpPr>
            <p:spPr>
              <a:xfrm>
                <a:off x="857228" y="3371850"/>
                <a:ext cx="5943451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975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Model Performance Comparison </a:t>
                </a:r>
              </a:p>
            </p:txBody>
          </p:sp>
          <p:pic>
            <p:nvPicPr>
              <p:cNvPr id="22" name="Picture 21" descr="image.png">
                <a:extLst>
                  <a:ext uri="{FF2B5EF4-FFF2-40B4-BE49-F238E27FC236}">
                    <a16:creationId xmlns:a16="http://schemas.microsoft.com/office/drawing/2014/main" id="{198A65DF-2B50-CB54-09C4-AE5772B141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857228" y="3396615"/>
                <a:ext cx="228594" cy="217170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5D57ED4-72DF-81AD-3487-E0E38E68D417}"/>
                  </a:ext>
                </a:extLst>
              </p:cNvPr>
              <p:cNvSpPr txBox="1"/>
              <p:nvPr/>
            </p:nvSpPr>
            <p:spPr>
              <a:xfrm>
                <a:off x="857228" y="3876674"/>
                <a:ext cx="1981150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Metric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91D9698-2B0C-0BE3-E7DA-08CB7F823CCF}"/>
                  </a:ext>
                </a:extLst>
              </p:cNvPr>
              <p:cNvSpPr txBox="1"/>
              <p:nvPr/>
            </p:nvSpPr>
            <p:spPr>
              <a:xfrm>
                <a:off x="2838379" y="3876674"/>
                <a:ext cx="1981150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General Model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74B13D8-B83A-3276-300E-9F0799E32C7F}"/>
                  </a:ext>
                </a:extLst>
              </p:cNvPr>
              <p:cNvSpPr txBox="1"/>
              <p:nvPr/>
            </p:nvSpPr>
            <p:spPr>
              <a:xfrm>
                <a:off x="4819529" y="3876674"/>
                <a:ext cx="1981150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Personalized Model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4AE6632-C864-FAFA-B916-EF9CF7663046}"/>
                  </a:ext>
                </a:extLst>
              </p:cNvPr>
              <p:cNvSpPr txBox="1"/>
              <p:nvPr/>
            </p:nvSpPr>
            <p:spPr>
              <a:xfrm>
                <a:off x="857228" y="4410074"/>
                <a:ext cx="1981150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>
                    <a:solidFill>
                      <a:srgbClr val="333333"/>
                    </a:solidFill>
                  </a:rPr>
                  <a:t>Accuracy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010E4A0-919F-3D38-E501-B0A4D9BDA3F2}"/>
                  </a:ext>
                </a:extLst>
              </p:cNvPr>
              <p:cNvSpPr txBox="1"/>
              <p:nvPr/>
            </p:nvSpPr>
            <p:spPr>
              <a:xfrm>
                <a:off x="2838379" y="4410074"/>
                <a:ext cx="1981150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>
                    <a:solidFill>
                      <a:srgbClr val="333333"/>
                    </a:solidFill>
                  </a:rPr>
                  <a:t>83.9%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578D0EB-0480-78E7-ECC0-23135A089A7F}"/>
                  </a:ext>
                </a:extLst>
              </p:cNvPr>
              <p:cNvSpPr txBox="1"/>
              <p:nvPr/>
            </p:nvSpPr>
            <p:spPr>
              <a:xfrm>
                <a:off x="4819529" y="4410074"/>
                <a:ext cx="1981150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90.8%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282CC97-3B64-BF85-3470-3B440BA1F930}"/>
                  </a:ext>
                </a:extLst>
              </p:cNvPr>
              <p:cNvSpPr txBox="1"/>
              <p:nvPr/>
            </p:nvSpPr>
            <p:spPr>
              <a:xfrm>
                <a:off x="857228" y="4943475"/>
                <a:ext cx="1981150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>
                    <a:solidFill>
                      <a:srgbClr val="333333"/>
                    </a:solidFill>
                  </a:rPr>
                  <a:t>F1-Score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D6FCED4-04ED-A25B-BA9E-583D1F59F710}"/>
                  </a:ext>
                </a:extLst>
              </p:cNvPr>
              <p:cNvSpPr txBox="1"/>
              <p:nvPr/>
            </p:nvSpPr>
            <p:spPr>
              <a:xfrm>
                <a:off x="2838379" y="4943475"/>
                <a:ext cx="1981150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>
                    <a:solidFill>
                      <a:srgbClr val="333333"/>
                    </a:solidFill>
                  </a:rPr>
                  <a:t>0.84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3AB77DA-DC67-E7A7-4CCD-682079217D3C}"/>
                  </a:ext>
                </a:extLst>
              </p:cNvPr>
              <p:cNvSpPr txBox="1"/>
              <p:nvPr/>
            </p:nvSpPr>
            <p:spPr>
              <a:xfrm>
                <a:off x="4819529" y="4943475"/>
                <a:ext cx="1981150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0.90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C2557F1-F7AF-981D-A158-CFDD34FC77A0}"/>
                  </a:ext>
                </a:extLst>
              </p:cNvPr>
              <p:cNvSpPr txBox="1"/>
              <p:nvPr/>
            </p:nvSpPr>
            <p:spPr>
              <a:xfrm>
                <a:off x="857228" y="5476875"/>
                <a:ext cx="1981150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>
                    <a:solidFill>
                      <a:srgbClr val="333333"/>
                    </a:solidFill>
                  </a:rPr>
                  <a:t>Energy Use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238662-670B-6B2C-885B-CAEBA5A152D1}"/>
                  </a:ext>
                </a:extLst>
              </p:cNvPr>
              <p:cNvSpPr txBox="1"/>
              <p:nvPr/>
            </p:nvSpPr>
            <p:spPr>
              <a:xfrm>
                <a:off x="2838379" y="5476875"/>
                <a:ext cx="1981150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>
                    <a:solidFill>
                      <a:srgbClr val="333333"/>
                    </a:solidFill>
                  </a:rPr>
                  <a:t>100%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78D84A-87B2-C6AD-D84E-2A4A33E6CA69}"/>
                  </a:ext>
                </a:extLst>
              </p:cNvPr>
              <p:cNvSpPr txBox="1"/>
              <p:nvPr/>
            </p:nvSpPr>
            <p:spPr>
              <a:xfrm>
                <a:off x="4819529" y="5476875"/>
                <a:ext cx="1981150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65%</a:t>
                </a:r>
              </a:p>
            </p:txBody>
          </p:sp>
          <p:sp>
            <p:nvSpPr>
              <p:cNvPr id="35" name="Rounded Rectangle 33">
                <a:extLst>
                  <a:ext uri="{FF2B5EF4-FFF2-40B4-BE49-F238E27FC236}">
                    <a16:creationId xmlns:a16="http://schemas.microsoft.com/office/drawing/2014/main" id="{D08526DE-A57B-D123-2026-BBCB0444A342}"/>
                  </a:ext>
                </a:extLst>
              </p:cNvPr>
              <p:cNvSpPr/>
              <p:nvPr/>
            </p:nvSpPr>
            <p:spPr>
              <a:xfrm>
                <a:off x="7181670" y="3181350"/>
                <a:ext cx="4343291" cy="2819399"/>
              </a:xfrm>
              <a:prstGeom prst="roundRect">
                <a:avLst>
                  <a:gd name="adj" fmla="val 5405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A37E8B2-8F2A-E759-3D3C-C55EDF8D9659}"/>
                  </a:ext>
                </a:extLst>
              </p:cNvPr>
              <p:cNvSpPr txBox="1"/>
              <p:nvPr/>
            </p:nvSpPr>
            <p:spPr>
              <a:xfrm>
                <a:off x="8477038" y="3371850"/>
                <a:ext cx="1762080" cy="23812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975"/>
                  </a:spcAft>
                </a:pPr>
                <a:r>
                  <a:rPr sz="1196" b="1">
                    <a:solidFill>
                      <a:srgbClr val="B30000"/>
                    </a:solidFill>
                  </a:rPr>
                  <a:t>Accuracy Comparison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631258-C47A-DAC9-62BA-313E1DA8AC56}"/>
                  </a:ext>
                </a:extLst>
              </p:cNvPr>
              <p:cNvSpPr txBox="1"/>
              <p:nvPr/>
            </p:nvSpPr>
            <p:spPr>
              <a:xfrm>
                <a:off x="7981750" y="4943475"/>
                <a:ext cx="76198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1">
                    <a:solidFill>
                      <a:srgbClr val="333333"/>
                    </a:solidFill>
                  </a:rPr>
                  <a:t>83.9%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278E5F1-B66F-CB60-9B9A-595E454367D1}"/>
                  </a:ext>
                </a:extLst>
              </p:cNvPr>
              <p:cNvSpPr txBox="1"/>
              <p:nvPr/>
            </p:nvSpPr>
            <p:spPr>
              <a:xfrm>
                <a:off x="7905552" y="5276850"/>
                <a:ext cx="914377" cy="1904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650"/>
                  </a:spcBef>
                  <a:spcAft>
                    <a:spcPts val="0"/>
                  </a:spcAft>
                </a:pPr>
                <a:r>
                  <a:rPr sz="956" b="0">
                    <a:solidFill>
                      <a:srgbClr val="333333"/>
                    </a:solidFill>
                  </a:rPr>
                  <a:t>General Model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82F93D-0EE6-9120-0899-10752E16946C}"/>
                  </a:ext>
                </a:extLst>
              </p:cNvPr>
              <p:cNvSpPr txBox="1"/>
              <p:nvPr/>
            </p:nvSpPr>
            <p:spPr>
              <a:xfrm>
                <a:off x="9962900" y="4943475"/>
                <a:ext cx="761980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1">
                    <a:solidFill>
                      <a:srgbClr val="333333"/>
                    </a:solidFill>
                  </a:rPr>
                  <a:t>90.8%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04DE379-825D-E68D-D8CB-B2A99371720C}"/>
                  </a:ext>
                </a:extLst>
              </p:cNvPr>
              <p:cNvSpPr txBox="1"/>
              <p:nvPr/>
            </p:nvSpPr>
            <p:spPr>
              <a:xfrm>
                <a:off x="9724781" y="5276850"/>
                <a:ext cx="1238219" cy="1904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ctr">
                  <a:spcBef>
                    <a:spcPts val="650"/>
                  </a:spcBef>
                  <a:spcAft>
                    <a:spcPts val="0"/>
                  </a:spcAft>
                </a:pPr>
                <a:r>
                  <a:rPr sz="956" b="0">
                    <a:solidFill>
                      <a:srgbClr val="333333"/>
                    </a:solidFill>
                  </a:rPr>
                  <a:t>Personalized Model</a:t>
                </a:r>
              </a:p>
            </p:txBody>
          </p:sp>
          <p:sp>
            <p:nvSpPr>
              <p:cNvPr id="41" name="Rounded Rectangle 41">
                <a:extLst>
                  <a:ext uri="{FF2B5EF4-FFF2-40B4-BE49-F238E27FC236}">
                    <a16:creationId xmlns:a16="http://schemas.microsoft.com/office/drawing/2014/main" id="{A2E2937F-ACF3-F97A-D007-37ED2E543DF0}"/>
                  </a:ext>
                </a:extLst>
              </p:cNvPr>
              <p:cNvSpPr/>
              <p:nvPr/>
            </p:nvSpPr>
            <p:spPr>
              <a:xfrm>
                <a:off x="666733" y="6191250"/>
                <a:ext cx="10858228" cy="1371600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Round Same Side Corner Rectangle 42">
                <a:extLst>
                  <a:ext uri="{FF2B5EF4-FFF2-40B4-BE49-F238E27FC236}">
                    <a16:creationId xmlns:a16="http://schemas.microsoft.com/office/drawing/2014/main" id="{A6A01AF3-611D-11A2-48F3-84C64CEB0BC3}"/>
                  </a:ext>
                </a:extLst>
              </p:cNvPr>
              <p:cNvSpPr/>
              <p:nvPr/>
            </p:nvSpPr>
            <p:spPr>
              <a:xfrm rot="16200000">
                <a:off x="46973" y="6811010"/>
                <a:ext cx="1371600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37D7369-765A-ABB7-47D4-DAEC774AA3C5}"/>
                  </a:ext>
                </a:extLst>
              </p:cNvPr>
              <p:cNvSpPr txBox="1"/>
              <p:nvPr/>
            </p:nvSpPr>
            <p:spPr>
              <a:xfrm>
                <a:off x="847703" y="6334125"/>
                <a:ext cx="10534386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Key Findings </a:t>
                </a:r>
              </a:p>
            </p:txBody>
          </p:sp>
          <p:pic>
            <p:nvPicPr>
              <p:cNvPr id="44" name="Picture 43" descr="image.png">
                <a:extLst>
                  <a:ext uri="{FF2B5EF4-FFF2-40B4-BE49-F238E27FC236}">
                    <a16:creationId xmlns:a16="http://schemas.microsoft.com/office/drawing/2014/main" id="{A6762C9C-2E29-10E1-75DD-C030B20097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47703" y="6370319"/>
                <a:ext cx="228594" cy="194309"/>
              </a:xfrm>
              <a:prstGeom prst="rect">
                <a:avLst/>
              </a:prstGeom>
            </p:spPr>
          </p:pic>
          <p:pic>
            <p:nvPicPr>
              <p:cNvPr id="45" name="Picture 44" descr="image.png">
                <a:extLst>
                  <a:ext uri="{FF2B5EF4-FFF2-40B4-BE49-F238E27FC236}">
                    <a16:creationId xmlns:a16="http://schemas.microsoft.com/office/drawing/2014/main" id="{ABFE5E9F-806A-8036-EEDB-09293A0A5B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47703" y="6713219"/>
                <a:ext cx="228594" cy="194309"/>
              </a:xfrm>
              <a:prstGeom prst="rect">
                <a:avLst/>
              </a:prstGeom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2EE703-1580-1908-02B8-EE32B05733C3}"/>
                  </a:ext>
                </a:extLst>
              </p:cNvPr>
              <p:cNvSpPr txBox="1"/>
              <p:nvPr/>
            </p:nvSpPr>
            <p:spPr>
              <a:xfrm>
                <a:off x="1171545" y="6696074"/>
                <a:ext cx="3057448" cy="4762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62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Personalized models outperformed general models for nearly 90% of subjects</a:t>
                </a:r>
              </a:p>
            </p:txBody>
          </p:sp>
          <p:pic>
            <p:nvPicPr>
              <p:cNvPr id="47" name="Picture 46" descr="image.png">
                <a:extLst>
                  <a:ext uri="{FF2B5EF4-FFF2-40B4-BE49-F238E27FC236}">
                    <a16:creationId xmlns:a16="http://schemas.microsoft.com/office/drawing/2014/main" id="{C4CDBFDF-FB65-878B-F516-04F97B6B15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19489" y="6713219"/>
                <a:ext cx="228594" cy="194309"/>
              </a:xfrm>
              <a:prstGeom prst="rect">
                <a:avLst/>
              </a:prstGeom>
            </p:spPr>
          </p:pic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9066AE6-FFA5-0485-2021-ED43F85C61E9}"/>
                  </a:ext>
                </a:extLst>
              </p:cNvPr>
              <p:cNvSpPr txBox="1"/>
              <p:nvPr/>
            </p:nvSpPr>
            <p:spPr>
              <a:xfrm>
                <a:off x="4743331" y="6696074"/>
                <a:ext cx="3057448" cy="7239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62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Adaptive sampling reduced energy consumption by 50-60% without compromising recognition reliability</a:t>
                </a:r>
              </a:p>
            </p:txBody>
          </p:sp>
          <p:pic>
            <p:nvPicPr>
              <p:cNvPr id="49" name="Picture 48" descr="image.png">
                <a:extLst>
                  <a:ext uri="{FF2B5EF4-FFF2-40B4-BE49-F238E27FC236}">
                    <a16:creationId xmlns:a16="http://schemas.microsoft.com/office/drawing/2014/main" id="{57D37C9C-8A90-2E06-088F-E97B6D654F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000799" y="6713219"/>
                <a:ext cx="228594" cy="194309"/>
              </a:xfrm>
              <a:prstGeom prst="rect">
                <a:avLst/>
              </a:prstGeom>
            </p:spPr>
          </p:pic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91B8633-5557-5A0A-D31D-11BD6E94D335}"/>
                  </a:ext>
                </a:extLst>
              </p:cNvPr>
              <p:cNvSpPr txBox="1"/>
              <p:nvPr/>
            </p:nvSpPr>
            <p:spPr>
              <a:xfrm>
                <a:off x="8324641" y="6696074"/>
                <a:ext cx="3057448" cy="7239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62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Highest accuracy recorded for Subject 24 (93.5%), demonstrating excellent adaptation to user behavior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3851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1212D21-FE61-296C-4297-88369438DE8E}"/>
              </a:ext>
            </a:extLst>
          </p:cNvPr>
          <p:cNvGrpSpPr/>
          <p:nvPr/>
        </p:nvGrpSpPr>
        <p:grpSpPr>
          <a:xfrm>
            <a:off x="847703" y="488516"/>
            <a:ext cx="11086822" cy="6003653"/>
            <a:chOff x="847703" y="488516"/>
            <a:chExt cx="11086822" cy="600365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1F3C9E5-145B-F4B7-6BC2-0D8F388FF788}"/>
                </a:ext>
              </a:extLst>
            </p:cNvPr>
            <p:cNvSpPr txBox="1"/>
            <p:nvPr/>
          </p:nvSpPr>
          <p:spPr>
            <a:xfrm>
              <a:off x="1076297" y="488516"/>
              <a:ext cx="10858228" cy="4762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2392" b="1">
                  <a:solidFill>
                    <a:srgbClr val="B30000"/>
                  </a:solidFill>
                </a:rPr>
                <a:t>Conclusion and Future Improvements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7423AE0-68A4-5BC9-A6F1-D3B794D2774B}"/>
                </a:ext>
              </a:extLst>
            </p:cNvPr>
            <p:cNvGrpSpPr/>
            <p:nvPr/>
          </p:nvGrpSpPr>
          <p:grpSpPr>
            <a:xfrm>
              <a:off x="847703" y="1281993"/>
              <a:ext cx="8457988" cy="5210176"/>
              <a:chOff x="666733" y="1466849"/>
              <a:chExt cx="8457988" cy="7248526"/>
            </a:xfrm>
          </p:grpSpPr>
          <p:sp>
            <p:nvSpPr>
              <p:cNvPr id="7" name="Rounded Rectangle 3">
                <a:extLst>
                  <a:ext uri="{FF2B5EF4-FFF2-40B4-BE49-F238E27FC236}">
                    <a16:creationId xmlns:a16="http://schemas.microsoft.com/office/drawing/2014/main" id="{0D75B15F-9BB2-C1F5-8E52-0BFF735035B6}"/>
                  </a:ext>
                </a:extLst>
              </p:cNvPr>
              <p:cNvSpPr/>
              <p:nvPr/>
            </p:nvSpPr>
            <p:spPr>
              <a:xfrm>
                <a:off x="666733" y="1466849"/>
                <a:ext cx="8457988" cy="3771900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Round Same Side Corner Rectangle 4">
                <a:extLst>
                  <a:ext uri="{FF2B5EF4-FFF2-40B4-BE49-F238E27FC236}">
                    <a16:creationId xmlns:a16="http://schemas.microsoft.com/office/drawing/2014/main" id="{9716659C-2D0F-8C86-EFBD-6C0BEA557EE5}"/>
                  </a:ext>
                </a:extLst>
              </p:cNvPr>
              <p:cNvSpPr/>
              <p:nvPr/>
            </p:nvSpPr>
            <p:spPr>
              <a:xfrm rot="16200000">
                <a:off x="-1153177" y="3286759"/>
                <a:ext cx="3771900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E27E9D-A641-9A72-3404-B30C1093423E}"/>
                  </a:ext>
                </a:extLst>
              </p:cNvPr>
              <p:cNvSpPr txBox="1"/>
              <p:nvPr/>
            </p:nvSpPr>
            <p:spPr>
              <a:xfrm>
                <a:off x="847703" y="1609724"/>
                <a:ext cx="8134146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Key Achievements </a:t>
                </a:r>
              </a:p>
            </p:txBody>
          </p:sp>
          <p:pic>
            <p:nvPicPr>
              <p:cNvPr id="10" name="Picture 9" descr="image.png">
                <a:extLst>
                  <a:ext uri="{FF2B5EF4-FFF2-40B4-BE49-F238E27FC236}">
                    <a16:creationId xmlns:a16="http://schemas.microsoft.com/office/drawing/2014/main" id="{239A734F-ABE5-01B4-5718-7FC2958B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847703" y="1645920"/>
                <a:ext cx="228594" cy="194309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A17FD3-6461-D52D-4D2D-4B68D3ADBA99}"/>
                  </a:ext>
                </a:extLst>
              </p:cNvPr>
              <p:cNvSpPr txBox="1"/>
              <p:nvPr/>
            </p:nvSpPr>
            <p:spPr>
              <a:xfrm>
                <a:off x="847703" y="1971675"/>
                <a:ext cx="8134146" cy="80010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>
                    <a:solidFill>
                      <a:srgbClr val="333333"/>
                    </a:solidFill>
                  </a:rPr>
                  <a:t>The research successfully developed a battery-efficient, personalized HAR framework that balances accuracy with energy consumption, demonstrating significant improvements over conventional approaches.</a:t>
                </a:r>
              </a:p>
            </p:txBody>
          </p:sp>
          <p:sp>
            <p:nvSpPr>
              <p:cNvPr id="12" name="Rounded Rectangle 8">
                <a:extLst>
                  <a:ext uri="{FF2B5EF4-FFF2-40B4-BE49-F238E27FC236}">
                    <a16:creationId xmlns:a16="http://schemas.microsoft.com/office/drawing/2014/main" id="{32572144-53A1-66FF-FB63-668546D5C718}"/>
                  </a:ext>
                </a:extLst>
              </p:cNvPr>
              <p:cNvSpPr/>
              <p:nvPr/>
            </p:nvSpPr>
            <p:spPr>
              <a:xfrm>
                <a:off x="847703" y="2867025"/>
                <a:ext cx="3990875" cy="1152524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3" name="Picture 12" descr="image.png">
                <a:extLst>
                  <a:ext uri="{FF2B5EF4-FFF2-40B4-BE49-F238E27FC236}">
                    <a16:creationId xmlns:a16="http://schemas.microsoft.com/office/drawing/2014/main" id="{234EB410-8836-827D-FF95-E76D8B05BE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62000" y="2998470"/>
                <a:ext cx="228594" cy="194309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083E4E-386F-7796-9971-0A2A7EB2996F}"/>
                  </a:ext>
                </a:extLst>
              </p:cNvPr>
              <p:cNvSpPr txBox="1"/>
              <p:nvPr/>
            </p:nvSpPr>
            <p:spPr>
              <a:xfrm>
                <a:off x="1285842" y="2981325"/>
                <a:ext cx="343843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Energy Efficiency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1BAE82-647B-E95E-E81B-DAFC6DEA3377}"/>
                  </a:ext>
                </a:extLst>
              </p:cNvPr>
              <p:cNvSpPr txBox="1"/>
              <p:nvPr/>
            </p:nvSpPr>
            <p:spPr>
              <a:xfrm>
                <a:off x="1285842" y="3248024"/>
                <a:ext cx="3438439" cy="657225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Adaptive sampling reduced battery consumption by </a:t>
                </a:r>
                <a:r>
                  <a:rPr sz="1076" b="1">
                    <a:solidFill>
                      <a:srgbClr val="B30000"/>
                    </a:solidFill>
                  </a:rPr>
                  <a:t>50-60%</a:t>
                </a:r>
                <a:r>
                  <a:rPr sz="1076" b="0">
                    <a:solidFill>
                      <a:srgbClr val="333333"/>
                    </a:solidFill>
                  </a:rPr>
                  <a:t> without compromising recognition reliability</a:t>
                </a:r>
              </a:p>
            </p:txBody>
          </p:sp>
          <p:sp>
            <p:nvSpPr>
              <p:cNvPr id="16" name="Rounded Rectangle 12">
                <a:extLst>
                  <a:ext uri="{FF2B5EF4-FFF2-40B4-BE49-F238E27FC236}">
                    <a16:creationId xmlns:a16="http://schemas.microsoft.com/office/drawing/2014/main" id="{30E1C76D-F7C8-5303-A05D-22C73A65FCE1}"/>
                  </a:ext>
                </a:extLst>
              </p:cNvPr>
              <p:cNvSpPr/>
              <p:nvPr/>
            </p:nvSpPr>
            <p:spPr>
              <a:xfrm>
                <a:off x="4981450" y="2867025"/>
                <a:ext cx="3990875" cy="1152524"/>
              </a:xfrm>
              <a:prstGeom prst="roundRect">
                <a:avLst>
                  <a:gd name="adj" fmla="val 9917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7" name="Picture 16" descr="image.png">
                <a:extLst>
                  <a:ext uri="{FF2B5EF4-FFF2-40B4-BE49-F238E27FC236}">
                    <a16:creationId xmlns:a16="http://schemas.microsoft.com/office/drawing/2014/main" id="{B246E863-B275-E43A-3E17-7C7006C5FC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095747" y="3012757"/>
                <a:ext cx="228594" cy="165734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18DCFD-9F32-6C78-C0AE-66B53F14D1D2}"/>
                  </a:ext>
                </a:extLst>
              </p:cNvPr>
              <p:cNvSpPr txBox="1"/>
              <p:nvPr/>
            </p:nvSpPr>
            <p:spPr>
              <a:xfrm>
                <a:off x="5419589" y="2981325"/>
                <a:ext cx="343843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Personalization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35D7C9-87A8-3433-3632-381315763B07}"/>
                  </a:ext>
                </a:extLst>
              </p:cNvPr>
              <p:cNvSpPr txBox="1"/>
              <p:nvPr/>
            </p:nvSpPr>
            <p:spPr>
              <a:xfrm>
                <a:off x="5419589" y="3248024"/>
                <a:ext cx="3438439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User-specific models achieved </a:t>
                </a:r>
                <a:r>
                  <a:rPr sz="1076" b="1">
                    <a:solidFill>
                      <a:srgbClr val="B30000"/>
                    </a:solidFill>
                  </a:rPr>
                  <a:t>7% higher</a:t>
                </a:r>
                <a:r>
                  <a:rPr sz="1076" b="0">
                    <a:solidFill>
                      <a:srgbClr val="333333"/>
                    </a:solidFill>
                  </a:rPr>
                  <a:t> accuracy compared to generalized models</a:t>
                </a:r>
              </a:p>
            </p:txBody>
          </p:sp>
          <p:sp>
            <p:nvSpPr>
              <p:cNvPr id="20" name="Rounded Rectangle 16">
                <a:extLst>
                  <a:ext uri="{FF2B5EF4-FFF2-40B4-BE49-F238E27FC236}">
                    <a16:creationId xmlns:a16="http://schemas.microsoft.com/office/drawing/2014/main" id="{74BBC8BC-AB4F-925C-0D96-19E89CC322D4}"/>
                  </a:ext>
                </a:extLst>
              </p:cNvPr>
              <p:cNvSpPr/>
              <p:nvPr/>
            </p:nvSpPr>
            <p:spPr>
              <a:xfrm>
                <a:off x="847703" y="4162424"/>
                <a:ext cx="3990875" cy="933449"/>
              </a:xfrm>
              <a:prstGeom prst="roundRect">
                <a:avLst>
                  <a:gd name="adj" fmla="val 12244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21" name="Picture 20" descr="image.png">
                <a:extLst>
                  <a:ext uri="{FF2B5EF4-FFF2-40B4-BE49-F238E27FC236}">
                    <a16:creationId xmlns:a16="http://schemas.microsoft.com/office/drawing/2014/main" id="{DE6EA58E-00DB-2E80-A504-D4F025F0CB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62000" y="4309586"/>
                <a:ext cx="228594" cy="162877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EC3C36-6476-CBA1-FF84-15B0D21A641D}"/>
                  </a:ext>
                </a:extLst>
              </p:cNvPr>
              <p:cNvSpPr txBox="1"/>
              <p:nvPr/>
            </p:nvSpPr>
            <p:spPr>
              <a:xfrm>
                <a:off x="1285842" y="4276725"/>
                <a:ext cx="343843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Computational Efficiency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845A06-F994-7D66-D820-37EC98FF02F1}"/>
                  </a:ext>
                </a:extLst>
              </p:cNvPr>
              <p:cNvSpPr txBox="1"/>
              <p:nvPr/>
            </p:nvSpPr>
            <p:spPr>
              <a:xfrm>
                <a:off x="1285842" y="4543425"/>
                <a:ext cx="3438439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Feature selection reduced computational load by </a:t>
                </a:r>
                <a:r>
                  <a:rPr sz="1076" b="1">
                    <a:solidFill>
                      <a:srgbClr val="B30000"/>
                    </a:solidFill>
                  </a:rPr>
                  <a:t>40%</a:t>
                </a:r>
                <a:r>
                  <a:rPr sz="1076" b="0">
                    <a:solidFill>
                      <a:srgbClr val="333333"/>
                    </a:solidFill>
                  </a:rPr>
                  <a:t> while maintaining predictive power</a:t>
                </a:r>
              </a:p>
            </p:txBody>
          </p:sp>
          <p:sp>
            <p:nvSpPr>
              <p:cNvPr id="24" name="Rounded Rectangle 20">
                <a:extLst>
                  <a:ext uri="{FF2B5EF4-FFF2-40B4-BE49-F238E27FC236}">
                    <a16:creationId xmlns:a16="http://schemas.microsoft.com/office/drawing/2014/main" id="{7F28674B-9A7F-6088-5C3C-6969577BBCDA}"/>
                  </a:ext>
                </a:extLst>
              </p:cNvPr>
              <p:cNvSpPr/>
              <p:nvPr/>
            </p:nvSpPr>
            <p:spPr>
              <a:xfrm>
                <a:off x="4981450" y="4162424"/>
                <a:ext cx="3990875" cy="933449"/>
              </a:xfrm>
              <a:prstGeom prst="roundRect">
                <a:avLst>
                  <a:gd name="adj" fmla="val 12244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25" name="Picture 24" descr="image.png">
                <a:extLst>
                  <a:ext uri="{FF2B5EF4-FFF2-40B4-BE49-F238E27FC236}">
                    <a16:creationId xmlns:a16="http://schemas.microsoft.com/office/drawing/2014/main" id="{1DC3111D-B188-FB82-8E89-78ADC169A5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5095747" y="4282440"/>
                <a:ext cx="228594" cy="21717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E4C892E-C490-6010-2F6C-660B1DA3A2AD}"/>
                  </a:ext>
                </a:extLst>
              </p:cNvPr>
              <p:cNvSpPr txBox="1"/>
              <p:nvPr/>
            </p:nvSpPr>
            <p:spPr>
              <a:xfrm>
                <a:off x="5419589" y="4276725"/>
                <a:ext cx="343843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Practical Deployment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1954552-2C0D-B040-7AF8-202FCBDCDAC0}"/>
                  </a:ext>
                </a:extLst>
              </p:cNvPr>
              <p:cNvSpPr txBox="1"/>
              <p:nvPr/>
            </p:nvSpPr>
            <p:spPr>
              <a:xfrm>
                <a:off x="5419589" y="4543425"/>
                <a:ext cx="3438439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System designed for real-time operation on standard smartphones and wearables</a:t>
                </a:r>
              </a:p>
            </p:txBody>
          </p:sp>
          <p:sp>
            <p:nvSpPr>
              <p:cNvPr id="28" name="Rounded Rectangle 24">
                <a:extLst>
                  <a:ext uri="{FF2B5EF4-FFF2-40B4-BE49-F238E27FC236}">
                    <a16:creationId xmlns:a16="http://schemas.microsoft.com/office/drawing/2014/main" id="{220A068A-89C4-26EB-97E3-CCE65E182FC8}"/>
                  </a:ext>
                </a:extLst>
              </p:cNvPr>
              <p:cNvSpPr/>
              <p:nvPr/>
            </p:nvSpPr>
            <p:spPr>
              <a:xfrm>
                <a:off x="666733" y="5429250"/>
                <a:ext cx="8457988" cy="3286125"/>
              </a:xfrm>
              <a:prstGeom prst="roundRect">
                <a:avLst>
                  <a:gd name="adj" fmla="val 0"/>
                </a:avLst>
              </a:prstGeom>
              <a:solidFill>
                <a:srgbClr val="B30000">
                  <a:alpha val="5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ound Same Side Corner Rectangle 25">
                <a:extLst>
                  <a:ext uri="{FF2B5EF4-FFF2-40B4-BE49-F238E27FC236}">
                    <a16:creationId xmlns:a16="http://schemas.microsoft.com/office/drawing/2014/main" id="{71A898E7-B648-E48F-0B14-59F4EEEA5BCC}"/>
                  </a:ext>
                </a:extLst>
              </p:cNvPr>
              <p:cNvSpPr/>
              <p:nvPr/>
            </p:nvSpPr>
            <p:spPr>
              <a:xfrm rot="16200000">
                <a:off x="-910289" y="7006272"/>
                <a:ext cx="3286125" cy="132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3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4883071-68FE-5C9B-E9A5-DBB596B0E97D}"/>
                  </a:ext>
                </a:extLst>
              </p:cNvPr>
              <p:cNvSpPr txBox="1"/>
              <p:nvPr/>
            </p:nvSpPr>
            <p:spPr>
              <a:xfrm>
                <a:off x="847703" y="5572125"/>
                <a:ext cx="8134146" cy="2666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650"/>
                  </a:spcAft>
                </a:pPr>
                <a:r>
                  <a:rPr sz="1315" b="1">
                    <a:solidFill>
                      <a:srgbClr val="B30000"/>
                    </a:solidFill>
                  </a:rPr>
                  <a:t> </a:t>
                </a:r>
                <a:r>
                  <a:rPr sz="1104"/>
                  <a:t>  </a:t>
                </a:r>
                <a:r>
                  <a:rPr sz="1315" b="1">
                    <a:solidFill>
                      <a:srgbClr val="B30000"/>
                    </a:solidFill>
                  </a:rPr>
                  <a:t> Future Improvements </a:t>
                </a:r>
              </a:p>
            </p:txBody>
          </p:sp>
          <p:pic>
            <p:nvPicPr>
              <p:cNvPr id="31" name="Picture 30" descr="image.png">
                <a:extLst>
                  <a:ext uri="{FF2B5EF4-FFF2-40B4-BE49-F238E27FC236}">
                    <a16:creationId xmlns:a16="http://schemas.microsoft.com/office/drawing/2014/main" id="{D31A0D73-4041-5808-E9FB-1C81FD77DF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47703" y="5642609"/>
                <a:ext cx="228594" cy="125729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2048604-7F60-D4B0-088C-A49E3DCC8771}"/>
                  </a:ext>
                </a:extLst>
              </p:cNvPr>
              <p:cNvSpPr txBox="1"/>
              <p:nvPr/>
            </p:nvSpPr>
            <p:spPr>
              <a:xfrm>
                <a:off x="847703" y="5934075"/>
                <a:ext cx="8134146" cy="53339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lnSpc>
                    <a:spcPts val="18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96" b="0">
                    <a:solidFill>
                      <a:srgbClr val="333333"/>
                    </a:solidFill>
                  </a:rPr>
                  <a:t>While current implementation demonstrates significant advancements, several areas offer opportunities for further enhancement and research.</a:t>
                </a:r>
              </a:p>
            </p:txBody>
          </p:sp>
          <p:sp>
            <p:nvSpPr>
              <p:cNvPr id="33" name="Rounded Rectangle 29">
                <a:extLst>
                  <a:ext uri="{FF2B5EF4-FFF2-40B4-BE49-F238E27FC236}">
                    <a16:creationId xmlns:a16="http://schemas.microsoft.com/office/drawing/2014/main" id="{6C43B519-2566-F984-34B0-FFE5BFAA220B}"/>
                  </a:ext>
                </a:extLst>
              </p:cNvPr>
              <p:cNvSpPr/>
              <p:nvPr/>
            </p:nvSpPr>
            <p:spPr>
              <a:xfrm>
                <a:off x="847703" y="6562725"/>
                <a:ext cx="3990875" cy="933449"/>
              </a:xfrm>
              <a:prstGeom prst="roundRect">
                <a:avLst>
                  <a:gd name="adj" fmla="val 12244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34" name="Picture 33" descr="image.png">
                <a:extLst>
                  <a:ext uri="{FF2B5EF4-FFF2-40B4-BE49-F238E27FC236}">
                    <a16:creationId xmlns:a16="http://schemas.microsoft.com/office/drawing/2014/main" id="{A7D3748C-8BE0-45C5-C678-78A38BBCFE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962000" y="6682740"/>
                <a:ext cx="228594" cy="217170"/>
              </a:xfrm>
              <a:prstGeom prst="rect">
                <a:avLst/>
              </a:prstGeom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5BF0517-F788-ABE5-8FFD-B9B500CE1E8B}"/>
                  </a:ext>
                </a:extLst>
              </p:cNvPr>
              <p:cNvSpPr txBox="1"/>
              <p:nvPr/>
            </p:nvSpPr>
            <p:spPr>
              <a:xfrm>
                <a:off x="1285842" y="6677025"/>
                <a:ext cx="343843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Advanced Personalization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144E924-B9F4-03A9-104C-5FF2E36CCCEC}"/>
                  </a:ext>
                </a:extLst>
              </p:cNvPr>
              <p:cNvSpPr txBox="1"/>
              <p:nvPr/>
            </p:nvSpPr>
            <p:spPr>
              <a:xfrm>
                <a:off x="1285842" y="6943725"/>
                <a:ext cx="3438439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Exploring meta-learning and transfer learning techniques to reduce calibration time</a:t>
                </a:r>
              </a:p>
            </p:txBody>
          </p:sp>
          <p:sp>
            <p:nvSpPr>
              <p:cNvPr id="37" name="Rounded Rectangle 33">
                <a:extLst>
                  <a:ext uri="{FF2B5EF4-FFF2-40B4-BE49-F238E27FC236}">
                    <a16:creationId xmlns:a16="http://schemas.microsoft.com/office/drawing/2014/main" id="{24970C11-984F-ADDB-69D8-61E329619E3B}"/>
                  </a:ext>
                </a:extLst>
              </p:cNvPr>
              <p:cNvSpPr/>
              <p:nvPr/>
            </p:nvSpPr>
            <p:spPr>
              <a:xfrm>
                <a:off x="4981450" y="6562725"/>
                <a:ext cx="3990875" cy="933449"/>
              </a:xfrm>
              <a:prstGeom prst="roundRect">
                <a:avLst>
                  <a:gd name="adj" fmla="val 12244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38" name="Picture 37" descr="image.png">
                <a:extLst>
                  <a:ext uri="{FF2B5EF4-FFF2-40B4-BE49-F238E27FC236}">
                    <a16:creationId xmlns:a16="http://schemas.microsoft.com/office/drawing/2014/main" id="{77DBA5D7-19EA-24FC-1E66-93CA406563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095747" y="6717030"/>
                <a:ext cx="228594" cy="148589"/>
              </a:xfrm>
              <a:prstGeom prst="rect">
                <a:avLst/>
              </a:prstGeom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6CCFD99-D621-2BCB-96D4-CF25C8ECD389}"/>
                  </a:ext>
                </a:extLst>
              </p:cNvPr>
              <p:cNvSpPr txBox="1"/>
              <p:nvPr/>
            </p:nvSpPr>
            <p:spPr>
              <a:xfrm>
                <a:off x="5419589" y="6677025"/>
                <a:ext cx="343843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Multi-Modal Integration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BDBC55F-E236-9096-C850-07EE913E0EF6}"/>
                  </a:ext>
                </a:extLst>
              </p:cNvPr>
              <p:cNvSpPr txBox="1"/>
              <p:nvPr/>
            </p:nvSpPr>
            <p:spPr>
              <a:xfrm>
                <a:off x="5419589" y="6943725"/>
                <a:ext cx="3438439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Selective incorporation of additional sensors for specific activity classes</a:t>
                </a:r>
              </a:p>
            </p:txBody>
          </p:sp>
          <p:sp>
            <p:nvSpPr>
              <p:cNvPr id="41" name="Rounded Rectangle 37">
                <a:extLst>
                  <a:ext uri="{FF2B5EF4-FFF2-40B4-BE49-F238E27FC236}">
                    <a16:creationId xmlns:a16="http://schemas.microsoft.com/office/drawing/2014/main" id="{D0CBEAB4-8AAC-CC17-CCEA-DBCCA4FB1770}"/>
                  </a:ext>
                </a:extLst>
              </p:cNvPr>
              <p:cNvSpPr/>
              <p:nvPr/>
            </p:nvSpPr>
            <p:spPr>
              <a:xfrm>
                <a:off x="847703" y="7639049"/>
                <a:ext cx="3990875" cy="933449"/>
              </a:xfrm>
              <a:prstGeom prst="roundRect">
                <a:avLst>
                  <a:gd name="adj" fmla="val 12244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42" name="Picture 41" descr="image.png">
                <a:extLst>
                  <a:ext uri="{FF2B5EF4-FFF2-40B4-BE49-F238E27FC236}">
                    <a16:creationId xmlns:a16="http://schemas.microsoft.com/office/drawing/2014/main" id="{6D045AA1-AE77-84A6-3DA1-4FD2DAC8D2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962000" y="7779067"/>
                <a:ext cx="228594" cy="177164"/>
              </a:xfrm>
              <a:prstGeom prst="rect">
                <a:avLst/>
              </a:prstGeom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EB46EB1-6C65-A5E5-CD3F-C7C8D9D24674}"/>
                  </a:ext>
                </a:extLst>
              </p:cNvPr>
              <p:cNvSpPr txBox="1"/>
              <p:nvPr/>
            </p:nvSpPr>
            <p:spPr>
              <a:xfrm>
                <a:off x="1285842" y="7753349"/>
                <a:ext cx="343843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Context Awareness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812E609-9040-B9B5-8F96-50AE64D3CF20}"/>
                  </a:ext>
                </a:extLst>
              </p:cNvPr>
              <p:cNvSpPr txBox="1"/>
              <p:nvPr/>
            </p:nvSpPr>
            <p:spPr>
              <a:xfrm>
                <a:off x="1285842" y="8020049"/>
                <a:ext cx="3438439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Integration of environmental context to improve classification accuracy</a:t>
                </a:r>
              </a:p>
            </p:txBody>
          </p:sp>
          <p:sp>
            <p:nvSpPr>
              <p:cNvPr id="45" name="Rounded Rectangle 41">
                <a:extLst>
                  <a:ext uri="{FF2B5EF4-FFF2-40B4-BE49-F238E27FC236}">
                    <a16:creationId xmlns:a16="http://schemas.microsoft.com/office/drawing/2014/main" id="{0289A6CE-CFBF-FCFD-D8D6-5FFF15C80417}"/>
                  </a:ext>
                </a:extLst>
              </p:cNvPr>
              <p:cNvSpPr/>
              <p:nvPr/>
            </p:nvSpPr>
            <p:spPr>
              <a:xfrm>
                <a:off x="4981450" y="7639049"/>
                <a:ext cx="3990875" cy="933449"/>
              </a:xfrm>
              <a:prstGeom prst="roundRect">
                <a:avLst>
                  <a:gd name="adj" fmla="val 12244"/>
                </a:avLst>
              </a:pr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46" name="Picture 45" descr="image.png">
                <a:extLst>
                  <a:ext uri="{FF2B5EF4-FFF2-40B4-BE49-F238E27FC236}">
                    <a16:creationId xmlns:a16="http://schemas.microsoft.com/office/drawing/2014/main" id="{FA712AA7-398A-87E3-4B8E-5283DDD044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5095747" y="7784782"/>
                <a:ext cx="228594" cy="165734"/>
              </a:xfrm>
              <a:prstGeom prst="rect">
                <a:avLst/>
              </a:prstGeom>
            </p:spPr>
          </p:pic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C9E525D-F15A-B7C9-AE25-3B589B7D47D1}"/>
                  </a:ext>
                </a:extLst>
              </p:cNvPr>
              <p:cNvSpPr txBox="1"/>
              <p:nvPr/>
            </p:nvSpPr>
            <p:spPr>
              <a:xfrm>
                <a:off x="5419589" y="7753349"/>
                <a:ext cx="3438439" cy="219074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325"/>
                  </a:spcAft>
                </a:pPr>
                <a:r>
                  <a:rPr sz="1076" b="1">
                    <a:solidFill>
                      <a:srgbClr val="B30000"/>
                    </a:solidFill>
                  </a:rPr>
                  <a:t>Edge-Cloud Hybrid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EF211E2-D6F0-489E-E76A-58C5D7210A24}"/>
                  </a:ext>
                </a:extLst>
              </p:cNvPr>
              <p:cNvSpPr txBox="1"/>
              <p:nvPr/>
            </p:nvSpPr>
            <p:spPr>
              <a:xfrm>
                <a:off x="5419589" y="8020049"/>
                <a:ext cx="3438439" cy="438149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076" b="0">
                    <a:solidFill>
                      <a:srgbClr val="333333"/>
                    </a:solidFill>
                  </a:rPr>
                  <a:t>Developing adaptive offloading strategies for computationally intensive activities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9076E6-4726-9BB9-0093-7F0712B875ED}"/>
                </a:ext>
              </a:extLst>
            </p:cNvPr>
            <p:cNvSpPr/>
            <p:nvPr/>
          </p:nvSpPr>
          <p:spPr>
            <a:xfrm>
              <a:off x="9562860" y="2451904"/>
              <a:ext cx="2114497" cy="1904999"/>
            </a:xfrm>
            <a:prstGeom prst="rect">
              <a:avLst/>
            </a:prstGeom>
            <a:blipFill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2E48DB5-6AC6-B124-0382-C7EA988F763A}"/>
                </a:ext>
              </a:extLst>
            </p:cNvPr>
            <p:cNvSpPr txBox="1"/>
            <p:nvPr/>
          </p:nvSpPr>
          <p:spPr>
            <a:xfrm>
              <a:off x="9562860" y="4609386"/>
              <a:ext cx="2114497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975"/>
                </a:spcBef>
                <a:spcAft>
                  <a:spcPts val="0"/>
                </a:spcAft>
              </a:pPr>
              <a:r>
                <a:rPr sz="956" b="0" dirty="0">
                  <a:solidFill>
                    <a:srgbClr val="666666"/>
                  </a:solidFill>
                </a:rPr>
                <a:t>Future directions in HAR research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1282610"/>
      </p:ext>
    </p:extLst>
  </p:cSld>
  <p:clrMapOvr>
    <a:masterClrMapping/>
  </p:clrMapOvr>
</p:sld>
</file>

<file path=ppt/theme/theme1.xml><?xml version="1.0" encoding="utf-8"?>
<a:theme xmlns:a="http://schemas.openxmlformats.org/drawingml/2006/main" name="Cu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Theme" id="{838C9FB3-7375-4C73-81FD-08347FDF5EFB}" vid="{5D8F0D32-201B-4786-8B82-88A0649592AF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1_Cu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Theme" id="{838C9FB3-7375-4C73-81FD-08347FDF5EFB}" vid="{5D8F0D32-201B-4786-8B82-88A0649592AF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7.xml><?xml version="1.0" encoding="utf-8"?>
<a:theme xmlns:a="http://schemas.openxmlformats.org/drawingml/2006/main" name="2_Cu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Theme" id="{838C9FB3-7375-4C73-81FD-08347FDF5EFB}" vid="{5D8F0D32-201B-4786-8B82-88A0649592AF}"/>
    </a:ext>
  </a:extLst>
</a:theme>
</file>

<file path=ppt/theme/theme8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10.xml><?xml version="1.0" encoding="utf-8"?>
<a:theme xmlns:a="http://schemas.openxmlformats.org/drawingml/2006/main" name="3_Cu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Theme" id="{838C9FB3-7375-4C73-81FD-08347FDF5EFB}" vid="{5D8F0D32-201B-4786-8B82-88A0649592AF}"/>
    </a:ext>
  </a:extLst>
</a:theme>
</file>

<file path=ppt/theme/theme11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_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CuTheme</Template>
  <TotalTime>142</TotalTime>
  <Words>2022</Words>
  <Application>Microsoft Office PowerPoint</Application>
  <PresentationFormat>Widescreen</PresentationFormat>
  <Paragraphs>310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14</vt:i4>
      </vt:variant>
    </vt:vector>
  </HeadingPairs>
  <TitlesOfParts>
    <vt:vector size="31" baseType="lpstr">
      <vt:lpstr>Arial</vt:lpstr>
      <vt:lpstr>Calibri</vt:lpstr>
      <vt:lpstr>Calibri Light</vt:lpstr>
      <vt:lpstr>Casper</vt:lpstr>
      <vt:lpstr>Times New Roman</vt:lpstr>
      <vt:lpstr>CuTheme</vt:lpstr>
      <vt:lpstr>2_Office Theme</vt:lpstr>
      <vt:lpstr>Contents Slide Master</vt:lpstr>
      <vt:lpstr>1_CuTheme</vt:lpstr>
      <vt:lpstr>3_Office Theme</vt:lpstr>
      <vt:lpstr>1_Contents Slide Master</vt:lpstr>
      <vt:lpstr>2_CuTheme</vt:lpstr>
      <vt:lpstr>4_Office Theme</vt:lpstr>
      <vt:lpstr>2_Contents Slide Master</vt:lpstr>
      <vt:lpstr>3_CuTheme</vt:lpstr>
      <vt:lpstr>5_Office Theme</vt:lpstr>
      <vt:lpstr>3_Contents Slide Master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Paraa</dc:creator>
  <cp:keywords/>
  <dc:description>generated using python-pptx</dc:description>
  <cp:lastModifiedBy>Pharman Riek kok</cp:lastModifiedBy>
  <cp:revision>2</cp:revision>
  <dcterms:created xsi:type="dcterms:W3CDTF">2013-01-27T09:14:16Z</dcterms:created>
  <dcterms:modified xsi:type="dcterms:W3CDTF">2025-11-18T04:49:03Z</dcterms:modified>
  <cp:category/>
</cp:coreProperties>
</file>